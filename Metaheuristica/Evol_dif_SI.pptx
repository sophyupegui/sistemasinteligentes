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68" r:id="rId3"/>
    <p:sldId id="262" r:id="rId4"/>
    <p:sldId id="280" r:id="rId5"/>
    <p:sldId id="281" r:id="rId6"/>
    <p:sldId id="270" r:id="rId7"/>
    <p:sldId id="259" r:id="rId8"/>
    <p:sldId id="278" r:id="rId9"/>
    <p:sldId id="266" r:id="rId10"/>
    <p:sldId id="258" r:id="rId11"/>
  </p:sldIdLst>
  <p:sldSz cx="9144000" cy="5143500" type="screen16x9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  <p:bold r:id="rId18"/>
      <p:italic r:id="rId19"/>
      <p:boldItalic r:id="rId20"/>
    </p:embeddedFont>
    <p:embeddedFont>
      <p:font typeface="Ubuntu" panose="020B0504030602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C31E45-694A-47A9-B051-44C1D471799B}" v="65" dt="2025-03-13T23:56:54.963"/>
  </p1510:revLst>
</p1510:revInfo>
</file>

<file path=ppt/tableStyles.xml><?xml version="1.0" encoding="utf-8"?>
<a:tblStyleLst xmlns:a="http://schemas.openxmlformats.org/drawingml/2006/main" def="{E353EACE-0CD3-4E6D-A4DD-209A327CF2C9}">
  <a:tblStyle styleId="{E353EACE-0CD3-4E6D-A4DD-209A327CF2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F1ECDA1-1806-45B1-90DC-78F0FF1DBDE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29ea3bdc3e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29ea3bdc3e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29ea3bdc3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29ea3bdc3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04251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30F3A-01CD-3915-290B-9FFD939B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5312A-A3F5-7698-661A-98F45542F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E7F04-E700-EF2F-F185-821388FBA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24437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9ea3bdc3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9ea3bdc3e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1eb989bc843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1eb989bc843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>
          <a:extLst>
            <a:ext uri="{FF2B5EF4-FFF2-40B4-BE49-F238E27FC236}">
              <a16:creationId xmlns:a16="http://schemas.microsoft.com/office/drawing/2014/main" id="{8822E893-5006-740F-AF18-68825A82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9ea73eb594_0_27394:notes">
            <a:extLst>
              <a:ext uri="{FF2B5EF4-FFF2-40B4-BE49-F238E27FC236}">
                <a16:creationId xmlns:a16="http://schemas.microsoft.com/office/drawing/2014/main" id="{D134F92A-F5E4-BB18-5417-C8508D2EA3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9ea73eb594_0_27394:notes">
            <a:extLst>
              <a:ext uri="{FF2B5EF4-FFF2-40B4-BE49-F238E27FC236}">
                <a16:creationId xmlns:a16="http://schemas.microsoft.com/office/drawing/2014/main" id="{CBEDC849-0B49-05E1-007F-63A6508E3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534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9ea3bdc3e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29ea3bdc3e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1eb989bc843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1eb989bc843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83575" y="1462375"/>
            <a:ext cx="3652500" cy="19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83575" y="3389100"/>
            <a:ext cx="3652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436225" y="267325"/>
            <a:ext cx="1468428" cy="1489564"/>
            <a:chOff x="7436225" y="267325"/>
            <a:chExt cx="1468428" cy="1489564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avLst/>
                <a:gdLst/>
                <a:ahLst/>
                <a:cxnLst/>
                <a:rect l="l" t="t" r="r" b="b"/>
                <a:pathLst>
                  <a:path w="17330" h="14684" extrusionOk="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" name="Google Shape;14;p2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 rot="1522716">
              <a:off x="8465478" y="1321190"/>
              <a:ext cx="377502" cy="372789"/>
              <a:chOff x="7734988" y="693913"/>
              <a:chExt cx="377500" cy="372788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" name="Google Shape;19;p2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7436225" y="280175"/>
              <a:ext cx="386400" cy="509638"/>
              <a:chOff x="6996750" y="683200"/>
              <a:chExt cx="386400" cy="509638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" name="Google Shape;24;p2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7" name="Google Shape;27;p2"/>
          <p:cNvGrpSpPr/>
          <p:nvPr/>
        </p:nvGrpSpPr>
        <p:grpSpPr>
          <a:xfrm>
            <a:off x="8024239" y="4174100"/>
            <a:ext cx="863123" cy="729426"/>
            <a:chOff x="8024239" y="4174100"/>
            <a:chExt cx="863123" cy="729426"/>
          </a:xfrm>
        </p:grpSpPr>
        <p:grpSp>
          <p:nvGrpSpPr>
            <p:cNvPr id="28" name="Google Shape;28;p2"/>
            <p:cNvGrpSpPr/>
            <p:nvPr/>
          </p:nvGrpSpPr>
          <p:grpSpPr>
            <a:xfrm>
              <a:off x="8500963" y="4174100"/>
              <a:ext cx="386400" cy="509638"/>
              <a:chOff x="6996750" y="683200"/>
              <a:chExt cx="386400" cy="509638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" name="Google Shape;30;p2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 rot="-441616">
              <a:off x="8046561" y="4508118"/>
              <a:ext cx="377477" cy="372765"/>
              <a:chOff x="7734988" y="693913"/>
              <a:chExt cx="377500" cy="372788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" name="Google Shape;35;p2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38" name="Google Shape;38;p2"/>
          <p:cNvSpPr>
            <a:spLocks noGrp="1"/>
          </p:cNvSpPr>
          <p:nvPr>
            <p:ph type="pic" idx="2"/>
          </p:nvPr>
        </p:nvSpPr>
        <p:spPr>
          <a:xfrm>
            <a:off x="0" y="-15075"/>
            <a:ext cx="4283700" cy="515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>
            <a:spLocks noGrp="1"/>
          </p:cNvSpPr>
          <p:nvPr>
            <p:ph type="title"/>
          </p:nvPr>
        </p:nvSpPr>
        <p:spPr>
          <a:xfrm>
            <a:off x="3187500" y="2942300"/>
            <a:ext cx="3886500" cy="13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title" idx="2" hasCustomPrompt="1"/>
          </p:nvPr>
        </p:nvSpPr>
        <p:spPr>
          <a:xfrm>
            <a:off x="2070000" y="3044350"/>
            <a:ext cx="11175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" name="Google Shape;42;p3"/>
          <p:cNvSpPr>
            <a:spLocks noGrp="1"/>
          </p:cNvSpPr>
          <p:nvPr>
            <p:ph type="pic" idx="3"/>
          </p:nvPr>
        </p:nvSpPr>
        <p:spPr>
          <a:xfrm>
            <a:off x="0" y="0"/>
            <a:ext cx="9144000" cy="294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3" name="Google Shape;43;p3"/>
          <p:cNvGrpSpPr/>
          <p:nvPr/>
        </p:nvGrpSpPr>
        <p:grpSpPr>
          <a:xfrm>
            <a:off x="8428905" y="3848850"/>
            <a:ext cx="500848" cy="1091089"/>
            <a:chOff x="8428905" y="3848850"/>
            <a:chExt cx="500848" cy="1091089"/>
          </a:xfrm>
        </p:grpSpPr>
        <p:grpSp>
          <p:nvGrpSpPr>
            <p:cNvPr id="44" name="Google Shape;44;p3"/>
            <p:cNvGrpSpPr/>
            <p:nvPr/>
          </p:nvGrpSpPr>
          <p:grpSpPr>
            <a:xfrm>
              <a:off x="8543338" y="3848850"/>
              <a:ext cx="386400" cy="509638"/>
              <a:chOff x="6996750" y="683200"/>
              <a:chExt cx="386400" cy="509638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9" name="Google Shape;49;p3"/>
            <p:cNvGrpSpPr/>
            <p:nvPr/>
          </p:nvGrpSpPr>
          <p:grpSpPr>
            <a:xfrm rot="1522716">
              <a:off x="8490578" y="4504240"/>
              <a:ext cx="377502" cy="372789"/>
              <a:chOff x="7734988" y="693913"/>
              <a:chExt cx="377500" cy="372788"/>
            </a:xfrm>
          </p:grpSpPr>
          <p:sp>
            <p:nvSpPr>
              <p:cNvPr id="50" name="Google Shape;50;p3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1" name="Google Shape;51;p3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45" name="Google Shape;145;p8"/>
          <p:cNvGrpSpPr/>
          <p:nvPr/>
        </p:nvGrpSpPr>
        <p:grpSpPr>
          <a:xfrm>
            <a:off x="7436225" y="267325"/>
            <a:ext cx="1468428" cy="1489564"/>
            <a:chOff x="7436225" y="267325"/>
            <a:chExt cx="1468428" cy="1489564"/>
          </a:xfrm>
        </p:grpSpPr>
        <p:grpSp>
          <p:nvGrpSpPr>
            <p:cNvPr id="146" name="Google Shape;146;p8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avLst/>
                <a:gdLst/>
                <a:ahLst/>
                <a:cxnLst/>
                <a:rect l="l" t="t" r="r" b="b"/>
                <a:pathLst>
                  <a:path w="17330" h="14684" extrusionOk="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8" name="Google Shape;148;p8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" name="Google Shape;149;p8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1" name="Google Shape;151;p8"/>
            <p:cNvGrpSpPr/>
            <p:nvPr/>
          </p:nvGrpSpPr>
          <p:grpSpPr>
            <a:xfrm rot="1522716">
              <a:off x="8465478" y="1321190"/>
              <a:ext cx="377502" cy="372789"/>
              <a:chOff x="7734988" y="693913"/>
              <a:chExt cx="377500" cy="372788"/>
            </a:xfrm>
          </p:grpSpPr>
          <p:sp>
            <p:nvSpPr>
              <p:cNvPr id="152" name="Google Shape;152;p8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" name="Google Shape;153;p8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" name="Google Shape;154;p8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" name="Google Shape;155;p8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6" name="Google Shape;156;p8"/>
            <p:cNvGrpSpPr/>
            <p:nvPr/>
          </p:nvGrpSpPr>
          <p:grpSpPr>
            <a:xfrm>
              <a:off x="7436225" y="280175"/>
              <a:ext cx="386400" cy="509638"/>
              <a:chOff x="6996750" y="683200"/>
              <a:chExt cx="386400" cy="509638"/>
            </a:xfrm>
          </p:grpSpPr>
          <p:sp>
            <p:nvSpPr>
              <p:cNvPr id="157" name="Google Shape;157;p8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8" name="Google Shape;158;p8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61" name="Google Shape;161;p8"/>
          <p:cNvGrpSpPr/>
          <p:nvPr/>
        </p:nvGrpSpPr>
        <p:grpSpPr>
          <a:xfrm>
            <a:off x="8024239" y="4174100"/>
            <a:ext cx="863123" cy="729426"/>
            <a:chOff x="8024239" y="4174100"/>
            <a:chExt cx="863123" cy="729426"/>
          </a:xfrm>
        </p:grpSpPr>
        <p:grpSp>
          <p:nvGrpSpPr>
            <p:cNvPr id="162" name="Google Shape;162;p8"/>
            <p:cNvGrpSpPr/>
            <p:nvPr/>
          </p:nvGrpSpPr>
          <p:grpSpPr>
            <a:xfrm>
              <a:off x="8500963" y="4174100"/>
              <a:ext cx="386400" cy="509638"/>
              <a:chOff x="6996750" y="683200"/>
              <a:chExt cx="386400" cy="509638"/>
            </a:xfrm>
          </p:grpSpPr>
          <p:sp>
            <p:nvSpPr>
              <p:cNvPr id="163" name="Google Shape;163;p8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" name="Google Shape;164;p8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7" name="Google Shape;167;p8"/>
            <p:cNvGrpSpPr/>
            <p:nvPr/>
          </p:nvGrpSpPr>
          <p:grpSpPr>
            <a:xfrm rot="-441616">
              <a:off x="8046561" y="4508118"/>
              <a:ext cx="377477" cy="372765"/>
              <a:chOff x="7734988" y="693913"/>
              <a:chExt cx="377500" cy="372788"/>
            </a:xfrm>
          </p:grpSpPr>
          <p:sp>
            <p:nvSpPr>
              <p:cNvPr id="168" name="Google Shape;168;p8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9" name="Google Shape;169;p8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4" name="Google Shape;174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75" name="Google Shape;175;p9"/>
          <p:cNvGrpSpPr/>
          <p:nvPr/>
        </p:nvGrpSpPr>
        <p:grpSpPr>
          <a:xfrm>
            <a:off x="171705" y="280176"/>
            <a:ext cx="8807468" cy="4655725"/>
            <a:chOff x="171705" y="280176"/>
            <a:chExt cx="8807468" cy="4655725"/>
          </a:xfrm>
        </p:grpSpPr>
        <p:grpSp>
          <p:nvGrpSpPr>
            <p:cNvPr id="176" name="Google Shape;176;p9"/>
            <p:cNvGrpSpPr/>
            <p:nvPr/>
          </p:nvGrpSpPr>
          <p:grpSpPr>
            <a:xfrm rot="-9277284">
              <a:off x="8539998" y="3946147"/>
              <a:ext cx="377502" cy="372789"/>
              <a:chOff x="7734988" y="693913"/>
              <a:chExt cx="377500" cy="372788"/>
            </a:xfrm>
          </p:grpSpPr>
          <p:sp>
            <p:nvSpPr>
              <p:cNvPr id="177" name="Google Shape;177;p9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8" name="Google Shape;178;p9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1" name="Google Shape;181;p9"/>
            <p:cNvGrpSpPr/>
            <p:nvPr/>
          </p:nvGrpSpPr>
          <p:grpSpPr>
            <a:xfrm rot="10800000">
              <a:off x="8439828" y="4426263"/>
              <a:ext cx="386400" cy="509638"/>
              <a:chOff x="6996750" y="683200"/>
              <a:chExt cx="386400" cy="509638"/>
            </a:xfrm>
          </p:grpSpPr>
          <p:sp>
            <p:nvSpPr>
              <p:cNvPr id="182" name="Google Shape;182;p9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3" name="Google Shape;183;p9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6" name="Google Shape;186;p9"/>
            <p:cNvGrpSpPr/>
            <p:nvPr/>
          </p:nvGrpSpPr>
          <p:grpSpPr>
            <a:xfrm>
              <a:off x="171705" y="280176"/>
              <a:ext cx="422121" cy="1155600"/>
              <a:chOff x="171705" y="280176"/>
              <a:chExt cx="422121" cy="1155600"/>
            </a:xfrm>
          </p:grpSpPr>
          <p:grpSp>
            <p:nvGrpSpPr>
              <p:cNvPr id="187" name="Google Shape;187;p9"/>
              <p:cNvGrpSpPr/>
              <p:nvPr/>
            </p:nvGrpSpPr>
            <p:grpSpPr>
              <a:xfrm rot="10800000">
                <a:off x="189565" y="280176"/>
                <a:ext cx="386400" cy="509638"/>
                <a:chOff x="6996750" y="683200"/>
                <a:chExt cx="386400" cy="509638"/>
              </a:xfrm>
            </p:grpSpPr>
            <p:sp>
              <p:nvSpPr>
                <p:cNvPr id="188" name="Google Shape;188;p9"/>
                <p:cNvSpPr/>
                <p:nvPr/>
              </p:nvSpPr>
              <p:spPr>
                <a:xfrm>
                  <a:off x="7022500" y="704325"/>
                  <a:ext cx="338925" cy="464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7" h="18582" extrusionOk="0">
                      <a:moveTo>
                        <a:pt x="0" y="7012"/>
                      </a:moveTo>
                      <a:lnTo>
                        <a:pt x="11103" y="0"/>
                      </a:lnTo>
                      <a:lnTo>
                        <a:pt x="13557" y="18582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9" name="Google Shape;189;p9"/>
                <p:cNvSpPr/>
                <p:nvPr/>
              </p:nvSpPr>
              <p:spPr>
                <a:xfrm>
                  <a:off x="7271550" y="6832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190" name="Google Shape;190;p9"/>
                <p:cNvSpPr/>
                <p:nvPr/>
              </p:nvSpPr>
              <p:spPr>
                <a:xfrm>
                  <a:off x="6996750" y="85318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191" name="Google Shape;191;p9"/>
                <p:cNvSpPr/>
                <p:nvPr/>
              </p:nvSpPr>
              <p:spPr>
                <a:xfrm>
                  <a:off x="7327350" y="113703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92" name="Google Shape;192;p9"/>
              <p:cNvGrpSpPr/>
              <p:nvPr/>
            </p:nvGrpSpPr>
            <p:grpSpPr>
              <a:xfrm rot="10358384">
                <a:off x="194027" y="1040368"/>
                <a:ext cx="377477" cy="372765"/>
                <a:chOff x="7734988" y="693913"/>
                <a:chExt cx="377500" cy="372788"/>
              </a:xfrm>
            </p:grpSpPr>
            <p:sp>
              <p:nvSpPr>
                <p:cNvPr id="193" name="Google Shape;193;p9"/>
                <p:cNvSpPr/>
                <p:nvPr/>
              </p:nvSpPr>
              <p:spPr>
                <a:xfrm>
                  <a:off x="7758800" y="718925"/>
                  <a:ext cx="333075" cy="3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3" h="12973" extrusionOk="0">
                      <a:moveTo>
                        <a:pt x="0" y="12622"/>
                      </a:moveTo>
                      <a:lnTo>
                        <a:pt x="6661" y="0"/>
                      </a:lnTo>
                      <a:lnTo>
                        <a:pt x="13323" y="12973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" name="Google Shape;194;p9"/>
                <p:cNvSpPr/>
                <p:nvPr/>
              </p:nvSpPr>
              <p:spPr>
                <a:xfrm>
                  <a:off x="7897438" y="693913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195" name="Google Shape;195;p9"/>
                <p:cNvSpPr/>
                <p:nvPr/>
              </p:nvSpPr>
              <p:spPr>
                <a:xfrm>
                  <a:off x="7734988" y="1003025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196" name="Google Shape;196;p9"/>
                <p:cNvSpPr/>
                <p:nvPr/>
              </p:nvSpPr>
              <p:spPr>
                <a:xfrm>
                  <a:off x="8056688" y="10109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>
            <a:spLocks noGrp="1"/>
          </p:cNvSpPr>
          <p:nvPr>
            <p:ph type="pic" idx="2"/>
          </p:nvPr>
        </p:nvSpPr>
        <p:spPr>
          <a:xfrm>
            <a:off x="-1" y="0"/>
            <a:ext cx="9144000" cy="2942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11"/>
          <p:cNvSpPr txBox="1">
            <a:spLocks noGrp="1"/>
          </p:cNvSpPr>
          <p:nvPr>
            <p:ph type="title" hasCustomPrompt="1"/>
          </p:nvPr>
        </p:nvSpPr>
        <p:spPr>
          <a:xfrm>
            <a:off x="1688644" y="2495550"/>
            <a:ext cx="5727000" cy="97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11"/>
          <p:cNvSpPr txBox="1">
            <a:spLocks noGrp="1"/>
          </p:cNvSpPr>
          <p:nvPr>
            <p:ph type="subTitle" idx="1"/>
          </p:nvPr>
        </p:nvSpPr>
        <p:spPr>
          <a:xfrm>
            <a:off x="1728356" y="3473904"/>
            <a:ext cx="5727000" cy="10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04" name="Google Shape;204;p11"/>
          <p:cNvGrpSpPr/>
          <p:nvPr/>
        </p:nvGrpSpPr>
        <p:grpSpPr>
          <a:xfrm>
            <a:off x="7444500" y="267325"/>
            <a:ext cx="1468428" cy="1489564"/>
            <a:chOff x="7436225" y="267325"/>
            <a:chExt cx="1468428" cy="1489564"/>
          </a:xfrm>
        </p:grpSpPr>
        <p:grpSp>
          <p:nvGrpSpPr>
            <p:cNvPr id="205" name="Google Shape;205;p11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206" name="Google Shape;206;p11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avLst/>
                <a:gdLst/>
                <a:ahLst/>
                <a:cxnLst/>
                <a:rect l="l" t="t" r="r" b="b"/>
                <a:pathLst>
                  <a:path w="17330" h="14684" extrusionOk="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7" name="Google Shape;207;p11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11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0" name="Google Shape;210;p11"/>
            <p:cNvGrpSpPr/>
            <p:nvPr/>
          </p:nvGrpSpPr>
          <p:grpSpPr>
            <a:xfrm rot="1522716">
              <a:off x="8465478" y="1321190"/>
              <a:ext cx="377502" cy="372789"/>
              <a:chOff x="7734988" y="693913"/>
              <a:chExt cx="377500" cy="372788"/>
            </a:xfrm>
          </p:grpSpPr>
          <p:sp>
            <p:nvSpPr>
              <p:cNvPr id="211" name="Google Shape;211;p11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2" name="Google Shape;212;p11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5" name="Google Shape;215;p11"/>
            <p:cNvGrpSpPr/>
            <p:nvPr/>
          </p:nvGrpSpPr>
          <p:grpSpPr>
            <a:xfrm>
              <a:off x="7436225" y="280175"/>
              <a:ext cx="386400" cy="509638"/>
              <a:chOff x="6996750" y="683200"/>
              <a:chExt cx="386400" cy="509638"/>
            </a:xfrm>
          </p:grpSpPr>
          <p:sp>
            <p:nvSpPr>
              <p:cNvPr id="216" name="Google Shape;216;p11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7" name="Google Shape;217;p11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" name="Google Shape;219;p11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20" name="Google Shape;220;p11"/>
          <p:cNvGrpSpPr/>
          <p:nvPr/>
        </p:nvGrpSpPr>
        <p:grpSpPr>
          <a:xfrm>
            <a:off x="188889" y="4174100"/>
            <a:ext cx="863123" cy="729426"/>
            <a:chOff x="8024239" y="4174100"/>
            <a:chExt cx="863123" cy="729426"/>
          </a:xfrm>
        </p:grpSpPr>
        <p:grpSp>
          <p:nvGrpSpPr>
            <p:cNvPr id="221" name="Google Shape;221;p11"/>
            <p:cNvGrpSpPr/>
            <p:nvPr/>
          </p:nvGrpSpPr>
          <p:grpSpPr>
            <a:xfrm>
              <a:off x="8500963" y="4174100"/>
              <a:ext cx="386400" cy="509638"/>
              <a:chOff x="6996750" y="683200"/>
              <a:chExt cx="386400" cy="509638"/>
            </a:xfrm>
          </p:grpSpPr>
          <p:sp>
            <p:nvSpPr>
              <p:cNvPr id="222" name="Google Shape;222;p11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3" name="Google Shape;223;p11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6" name="Google Shape;226;p11"/>
            <p:cNvGrpSpPr/>
            <p:nvPr/>
          </p:nvGrpSpPr>
          <p:grpSpPr>
            <a:xfrm rot="-441616">
              <a:off x="8046561" y="4508118"/>
              <a:ext cx="377477" cy="372765"/>
              <a:chOff x="7734988" y="693913"/>
              <a:chExt cx="377500" cy="372788"/>
            </a:xfrm>
          </p:grpSpPr>
          <p:sp>
            <p:nvSpPr>
              <p:cNvPr id="227" name="Google Shape;227;p11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8" name="Google Shape;228;p11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0" y="4118450"/>
            <a:ext cx="9150551" cy="1025050"/>
            <a:chOff x="0" y="4118450"/>
            <a:chExt cx="9150551" cy="1025050"/>
          </a:xfrm>
        </p:grpSpPr>
        <p:pic>
          <p:nvPicPr>
            <p:cNvPr id="234" name="Google Shape;234;p13"/>
            <p:cNvPicPr preferRelativeResize="0"/>
            <p:nvPr/>
          </p:nvPicPr>
          <p:blipFill rotWithShape="1">
            <a:blip r:embed="rId2">
              <a:alphaModFix/>
            </a:blip>
            <a:srcRect t="9591" r="1632" b="74106"/>
            <a:stretch/>
          </p:blipFill>
          <p:spPr>
            <a:xfrm>
              <a:off x="0" y="4133551"/>
              <a:ext cx="9144003" cy="1009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4062750" y="55700"/>
              <a:ext cx="1025050" cy="91505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" name="Google Shape;236;p13"/>
          <p:cNvGrpSpPr/>
          <p:nvPr/>
        </p:nvGrpSpPr>
        <p:grpSpPr>
          <a:xfrm>
            <a:off x="106386" y="267325"/>
            <a:ext cx="8785364" cy="4750270"/>
            <a:chOff x="106386" y="267325"/>
            <a:chExt cx="8785364" cy="4750270"/>
          </a:xfrm>
        </p:grpSpPr>
        <p:grpSp>
          <p:nvGrpSpPr>
            <p:cNvPr id="237" name="Google Shape;237;p13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238" name="Google Shape;238;p13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avLst/>
                <a:gdLst/>
                <a:ahLst/>
                <a:cxnLst/>
                <a:rect l="l" t="t" r="r" b="b"/>
                <a:pathLst>
                  <a:path w="17330" h="14684" extrusionOk="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39" name="Google Shape;239;p13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13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13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2" name="Google Shape;242;p13"/>
            <p:cNvGrpSpPr/>
            <p:nvPr/>
          </p:nvGrpSpPr>
          <p:grpSpPr>
            <a:xfrm rot="-2156638">
              <a:off x="219177" y="4443064"/>
              <a:ext cx="386404" cy="509643"/>
              <a:chOff x="6996750" y="683200"/>
              <a:chExt cx="386400" cy="509638"/>
            </a:xfrm>
          </p:grpSpPr>
          <p:sp>
            <p:nvSpPr>
              <p:cNvPr id="243" name="Google Shape;243;p13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4" name="Google Shape;244;p13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7" name="Google Shape;247;p13"/>
            <p:cNvGrpSpPr/>
            <p:nvPr/>
          </p:nvGrpSpPr>
          <p:grpSpPr>
            <a:xfrm rot="1522716">
              <a:off x="223603" y="3856577"/>
              <a:ext cx="377502" cy="372789"/>
              <a:chOff x="7734988" y="693913"/>
              <a:chExt cx="377500" cy="372788"/>
            </a:xfrm>
          </p:grpSpPr>
          <p:sp>
            <p:nvSpPr>
              <p:cNvPr id="248" name="Google Shape;248;p13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9" name="Google Shape;249;p13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" name="Google Shape;250;p13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" name="Google Shape;251;p13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2" name="Google Shape;252;p13"/>
            <p:cNvGrpSpPr/>
            <p:nvPr/>
          </p:nvGrpSpPr>
          <p:grpSpPr>
            <a:xfrm>
              <a:off x="8461025" y="935525"/>
              <a:ext cx="386400" cy="509638"/>
              <a:chOff x="6996750" y="683200"/>
              <a:chExt cx="386400" cy="509638"/>
            </a:xfrm>
          </p:grpSpPr>
          <p:sp>
            <p:nvSpPr>
              <p:cNvPr id="253" name="Google Shape;253;p13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4" name="Google Shape;254;p13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57" name="Google Shape;25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2" hasCustomPrompt="1"/>
          </p:nvPr>
        </p:nvSpPr>
        <p:spPr>
          <a:xfrm>
            <a:off x="1592446" y="1322700"/>
            <a:ext cx="771300" cy="63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 txBox="1">
            <a:spLocks noGrp="1"/>
          </p:cNvSpPr>
          <p:nvPr>
            <p:ph type="title" idx="3" hasCustomPrompt="1"/>
          </p:nvPr>
        </p:nvSpPr>
        <p:spPr>
          <a:xfrm>
            <a:off x="1592446" y="2756131"/>
            <a:ext cx="771300" cy="63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0" name="Google Shape;260;p13"/>
          <p:cNvSpPr txBox="1">
            <a:spLocks noGrp="1"/>
          </p:cNvSpPr>
          <p:nvPr>
            <p:ph type="title" idx="4" hasCustomPrompt="1"/>
          </p:nvPr>
        </p:nvSpPr>
        <p:spPr>
          <a:xfrm>
            <a:off x="4186384" y="1322700"/>
            <a:ext cx="771300" cy="63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1" name="Google Shape;261;p13"/>
          <p:cNvSpPr txBox="1">
            <a:spLocks noGrp="1"/>
          </p:cNvSpPr>
          <p:nvPr>
            <p:ph type="title" idx="5" hasCustomPrompt="1"/>
          </p:nvPr>
        </p:nvSpPr>
        <p:spPr>
          <a:xfrm>
            <a:off x="4186384" y="2756131"/>
            <a:ext cx="771300" cy="63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2" name="Google Shape;262;p13"/>
          <p:cNvSpPr txBox="1">
            <a:spLocks noGrp="1"/>
          </p:cNvSpPr>
          <p:nvPr>
            <p:ph type="title" idx="6" hasCustomPrompt="1"/>
          </p:nvPr>
        </p:nvSpPr>
        <p:spPr>
          <a:xfrm>
            <a:off x="6780323" y="1322700"/>
            <a:ext cx="771300" cy="63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3" name="Google Shape;263;p13"/>
          <p:cNvSpPr txBox="1">
            <a:spLocks noGrp="1"/>
          </p:cNvSpPr>
          <p:nvPr>
            <p:ph type="title" idx="7" hasCustomPrompt="1"/>
          </p:nvPr>
        </p:nvSpPr>
        <p:spPr>
          <a:xfrm>
            <a:off x="6780323" y="2756131"/>
            <a:ext cx="771300" cy="63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4" name="Google Shape;264;p13"/>
          <p:cNvSpPr txBox="1">
            <a:spLocks noGrp="1"/>
          </p:cNvSpPr>
          <p:nvPr>
            <p:ph type="subTitle" idx="1"/>
          </p:nvPr>
        </p:nvSpPr>
        <p:spPr>
          <a:xfrm>
            <a:off x="767861" y="1857903"/>
            <a:ext cx="24204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5" name="Google Shape;265;p13"/>
          <p:cNvSpPr txBox="1">
            <a:spLocks noGrp="1"/>
          </p:cNvSpPr>
          <p:nvPr>
            <p:ph type="subTitle" idx="8"/>
          </p:nvPr>
        </p:nvSpPr>
        <p:spPr>
          <a:xfrm>
            <a:off x="3361800" y="1857903"/>
            <a:ext cx="24204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6" name="Google Shape;266;p13"/>
          <p:cNvSpPr txBox="1">
            <a:spLocks noGrp="1"/>
          </p:cNvSpPr>
          <p:nvPr>
            <p:ph type="subTitle" idx="9"/>
          </p:nvPr>
        </p:nvSpPr>
        <p:spPr>
          <a:xfrm>
            <a:off x="5955739" y="1857903"/>
            <a:ext cx="24204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7" name="Google Shape;267;p13"/>
          <p:cNvSpPr txBox="1">
            <a:spLocks noGrp="1"/>
          </p:cNvSpPr>
          <p:nvPr>
            <p:ph type="subTitle" idx="13"/>
          </p:nvPr>
        </p:nvSpPr>
        <p:spPr>
          <a:xfrm>
            <a:off x="767861" y="3291376"/>
            <a:ext cx="24204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8" name="Google Shape;268;p13"/>
          <p:cNvSpPr txBox="1">
            <a:spLocks noGrp="1"/>
          </p:cNvSpPr>
          <p:nvPr>
            <p:ph type="subTitle" idx="14"/>
          </p:nvPr>
        </p:nvSpPr>
        <p:spPr>
          <a:xfrm>
            <a:off x="3361800" y="3291376"/>
            <a:ext cx="24204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subTitle" idx="15"/>
          </p:nvPr>
        </p:nvSpPr>
        <p:spPr>
          <a:xfrm>
            <a:off x="5955739" y="3291376"/>
            <a:ext cx="24204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72" name="Google Shape;272;p14"/>
          <p:cNvGrpSpPr/>
          <p:nvPr/>
        </p:nvGrpSpPr>
        <p:grpSpPr>
          <a:xfrm>
            <a:off x="8359025" y="4078387"/>
            <a:ext cx="641878" cy="908539"/>
            <a:chOff x="8359025" y="4078387"/>
            <a:chExt cx="641878" cy="908539"/>
          </a:xfrm>
        </p:grpSpPr>
        <p:grpSp>
          <p:nvGrpSpPr>
            <p:cNvPr id="273" name="Google Shape;273;p14"/>
            <p:cNvGrpSpPr/>
            <p:nvPr/>
          </p:nvGrpSpPr>
          <p:grpSpPr>
            <a:xfrm rot="10800000" flipH="1">
              <a:off x="8359025" y="4577001"/>
              <a:ext cx="475050" cy="409925"/>
              <a:chOff x="3522825" y="751550"/>
              <a:chExt cx="475050" cy="409925"/>
            </a:xfrm>
          </p:grpSpPr>
          <p:sp>
            <p:nvSpPr>
              <p:cNvPr id="274" name="Google Shape;274;p14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avLst/>
                <a:gdLst/>
                <a:ahLst/>
                <a:cxnLst/>
                <a:rect l="l" t="t" r="r" b="b"/>
                <a:pathLst>
                  <a:path w="17330" h="14684" extrusionOk="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5" name="Google Shape;275;p14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6" name="Google Shape;276;p14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7" name="Google Shape;277;p14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8" name="Google Shape;278;p14"/>
            <p:cNvGrpSpPr/>
            <p:nvPr/>
          </p:nvGrpSpPr>
          <p:grpSpPr>
            <a:xfrm rot="9277284" flipH="1">
              <a:off x="8561728" y="4141297"/>
              <a:ext cx="377502" cy="372789"/>
              <a:chOff x="7734988" y="693913"/>
              <a:chExt cx="377500" cy="372788"/>
            </a:xfrm>
          </p:grpSpPr>
          <p:sp>
            <p:nvSpPr>
              <p:cNvPr id="279" name="Google Shape;279;p14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0" name="Google Shape;280;p14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1" name="Google Shape;281;p14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2" name="Google Shape;282;p14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3" name="Google Shape;283;p14"/>
          <p:cNvGrpSpPr/>
          <p:nvPr/>
        </p:nvGrpSpPr>
        <p:grpSpPr>
          <a:xfrm>
            <a:off x="0" y="0"/>
            <a:ext cx="720002" cy="5143501"/>
            <a:chOff x="0" y="0"/>
            <a:chExt cx="720002" cy="5143501"/>
          </a:xfrm>
        </p:grpSpPr>
        <p:pic>
          <p:nvPicPr>
            <p:cNvPr id="284" name="Google Shape;284;p14"/>
            <p:cNvPicPr preferRelativeResize="0"/>
            <p:nvPr/>
          </p:nvPicPr>
          <p:blipFill rotWithShape="1">
            <a:blip r:embed="rId2">
              <a:alphaModFix/>
            </a:blip>
            <a:srcRect l="37647" r="53022"/>
            <a:stretch/>
          </p:blipFill>
          <p:spPr>
            <a:xfrm flipH="1">
              <a:off x="0" y="0"/>
              <a:ext cx="720000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2" y="0"/>
              <a:ext cx="720000" cy="5143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BODY_1_1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17"/>
          <p:cNvGrpSpPr/>
          <p:nvPr/>
        </p:nvGrpSpPr>
        <p:grpSpPr>
          <a:xfrm>
            <a:off x="0" y="0"/>
            <a:ext cx="1157551" cy="5143501"/>
            <a:chOff x="0" y="0"/>
            <a:chExt cx="1157551" cy="5143501"/>
          </a:xfrm>
        </p:grpSpPr>
        <p:pic>
          <p:nvPicPr>
            <p:cNvPr id="341" name="Google Shape;341;p17"/>
            <p:cNvPicPr preferRelativeResize="0"/>
            <p:nvPr/>
          </p:nvPicPr>
          <p:blipFill rotWithShape="1">
            <a:blip r:embed="rId2">
              <a:alphaModFix/>
            </a:blip>
            <a:srcRect l="79594" r="5405"/>
            <a:stretch/>
          </p:blipFill>
          <p:spPr>
            <a:xfrm flipH="1">
              <a:off x="0" y="0"/>
              <a:ext cx="1157550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1" y="0"/>
              <a:ext cx="115755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12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45" name="Google Shape;345;p17"/>
          <p:cNvGrpSpPr/>
          <p:nvPr/>
        </p:nvGrpSpPr>
        <p:grpSpPr>
          <a:xfrm flipH="1">
            <a:off x="265213" y="243925"/>
            <a:ext cx="8735690" cy="4743001"/>
            <a:chOff x="265213" y="243925"/>
            <a:chExt cx="8735690" cy="4743001"/>
          </a:xfrm>
        </p:grpSpPr>
        <p:grpSp>
          <p:nvGrpSpPr>
            <p:cNvPr id="346" name="Google Shape;346;p17"/>
            <p:cNvGrpSpPr/>
            <p:nvPr/>
          </p:nvGrpSpPr>
          <p:grpSpPr>
            <a:xfrm>
              <a:off x="8359025" y="243925"/>
              <a:ext cx="475050" cy="409925"/>
              <a:chOff x="3522825" y="751550"/>
              <a:chExt cx="475050" cy="409925"/>
            </a:xfrm>
          </p:grpSpPr>
          <p:sp>
            <p:nvSpPr>
              <p:cNvPr id="347" name="Google Shape;347;p17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avLst/>
                <a:gdLst/>
                <a:ahLst/>
                <a:cxnLst/>
                <a:rect l="l" t="t" r="r" b="b"/>
                <a:pathLst>
                  <a:path w="17330" h="14684" extrusionOk="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" name="Google Shape;348;p17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9" name="Google Shape;349;p17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0" name="Google Shape;350;p17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51" name="Google Shape;351;p17"/>
            <p:cNvGrpSpPr/>
            <p:nvPr/>
          </p:nvGrpSpPr>
          <p:grpSpPr>
            <a:xfrm>
              <a:off x="265213" y="4439675"/>
              <a:ext cx="386400" cy="509638"/>
              <a:chOff x="6996750" y="683200"/>
              <a:chExt cx="386400" cy="509638"/>
            </a:xfrm>
          </p:grpSpPr>
          <p:sp>
            <p:nvSpPr>
              <p:cNvPr id="352" name="Google Shape;352;p17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3" name="Google Shape;353;p17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56" name="Google Shape;356;p17"/>
            <p:cNvGrpSpPr/>
            <p:nvPr/>
          </p:nvGrpSpPr>
          <p:grpSpPr>
            <a:xfrm rot="1522716">
              <a:off x="8561728" y="716765"/>
              <a:ext cx="377502" cy="372789"/>
              <a:chOff x="7734988" y="693913"/>
              <a:chExt cx="377500" cy="372788"/>
            </a:xfrm>
          </p:grpSpPr>
          <p:sp>
            <p:nvSpPr>
              <p:cNvPr id="357" name="Google Shape;357;p17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8" name="Google Shape;358;p17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61" name="Google Shape;361;p17"/>
            <p:cNvGrpSpPr/>
            <p:nvPr/>
          </p:nvGrpSpPr>
          <p:grpSpPr>
            <a:xfrm rot="-441616">
              <a:off x="821011" y="4591518"/>
              <a:ext cx="377477" cy="372765"/>
              <a:chOff x="7734988" y="693913"/>
              <a:chExt cx="377500" cy="372788"/>
            </a:xfrm>
          </p:grpSpPr>
          <p:sp>
            <p:nvSpPr>
              <p:cNvPr id="362" name="Google Shape;362;p17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3" name="Google Shape;363;p17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4" name="Google Shape;364;p17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5" name="Google Shape;365;p17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9"/>
          <p:cNvSpPr txBox="1">
            <a:spLocks noGrp="1"/>
          </p:cNvSpPr>
          <p:nvPr>
            <p:ph type="subTitle" idx="1"/>
          </p:nvPr>
        </p:nvSpPr>
        <p:spPr>
          <a:xfrm>
            <a:off x="937625" y="2477301"/>
            <a:ext cx="2175300" cy="1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9"/>
          <p:cNvSpPr txBox="1">
            <a:spLocks noGrp="1"/>
          </p:cNvSpPr>
          <p:nvPr>
            <p:ph type="subTitle" idx="2"/>
          </p:nvPr>
        </p:nvSpPr>
        <p:spPr>
          <a:xfrm>
            <a:off x="3484347" y="1867701"/>
            <a:ext cx="2175300" cy="1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ubTitle" idx="3"/>
          </p:nvPr>
        </p:nvSpPr>
        <p:spPr>
          <a:xfrm>
            <a:off x="6031075" y="2477301"/>
            <a:ext cx="2175300" cy="1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9"/>
          <p:cNvSpPr txBox="1">
            <a:spLocks noGrp="1"/>
          </p:cNvSpPr>
          <p:nvPr>
            <p:ph type="subTitle" idx="4"/>
          </p:nvPr>
        </p:nvSpPr>
        <p:spPr>
          <a:xfrm>
            <a:off x="937625" y="194960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406" name="Google Shape;406;p19"/>
          <p:cNvSpPr txBox="1">
            <a:spLocks noGrp="1"/>
          </p:cNvSpPr>
          <p:nvPr>
            <p:ph type="subTitle" idx="5"/>
          </p:nvPr>
        </p:nvSpPr>
        <p:spPr>
          <a:xfrm>
            <a:off x="3484350" y="134000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407" name="Google Shape;407;p19"/>
          <p:cNvSpPr txBox="1">
            <a:spLocks noGrp="1"/>
          </p:cNvSpPr>
          <p:nvPr>
            <p:ph type="subTitle" idx="6"/>
          </p:nvPr>
        </p:nvSpPr>
        <p:spPr>
          <a:xfrm>
            <a:off x="6031075" y="194960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buntu"/>
              <a:buNone/>
              <a:defRPr sz="24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grpSp>
        <p:nvGrpSpPr>
          <p:cNvPr id="408" name="Google Shape;408;p19"/>
          <p:cNvGrpSpPr/>
          <p:nvPr/>
        </p:nvGrpSpPr>
        <p:grpSpPr>
          <a:xfrm>
            <a:off x="171705" y="280176"/>
            <a:ext cx="8807468" cy="4655725"/>
            <a:chOff x="171705" y="280176"/>
            <a:chExt cx="8807468" cy="4655725"/>
          </a:xfrm>
        </p:grpSpPr>
        <p:grpSp>
          <p:nvGrpSpPr>
            <p:cNvPr id="409" name="Google Shape;409;p19"/>
            <p:cNvGrpSpPr/>
            <p:nvPr/>
          </p:nvGrpSpPr>
          <p:grpSpPr>
            <a:xfrm rot="-9277284">
              <a:off x="8539998" y="3946147"/>
              <a:ext cx="377502" cy="372789"/>
              <a:chOff x="7734988" y="693913"/>
              <a:chExt cx="377500" cy="372788"/>
            </a:xfrm>
          </p:grpSpPr>
          <p:sp>
            <p:nvSpPr>
              <p:cNvPr id="410" name="Google Shape;410;p19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" name="Google Shape;411;p19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14" name="Google Shape;414;p19"/>
            <p:cNvGrpSpPr/>
            <p:nvPr/>
          </p:nvGrpSpPr>
          <p:grpSpPr>
            <a:xfrm rot="10800000">
              <a:off x="8439828" y="4426263"/>
              <a:ext cx="386400" cy="509638"/>
              <a:chOff x="6996750" y="683200"/>
              <a:chExt cx="386400" cy="509638"/>
            </a:xfrm>
          </p:grpSpPr>
          <p:sp>
            <p:nvSpPr>
              <p:cNvPr id="415" name="Google Shape;415;p19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6" name="Google Shape;416;p19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19" name="Google Shape;419;p19"/>
            <p:cNvGrpSpPr/>
            <p:nvPr/>
          </p:nvGrpSpPr>
          <p:grpSpPr>
            <a:xfrm>
              <a:off x="171705" y="280176"/>
              <a:ext cx="422121" cy="1155600"/>
              <a:chOff x="171705" y="280176"/>
              <a:chExt cx="422121" cy="1155600"/>
            </a:xfrm>
          </p:grpSpPr>
          <p:grpSp>
            <p:nvGrpSpPr>
              <p:cNvPr id="420" name="Google Shape;420;p19"/>
              <p:cNvGrpSpPr/>
              <p:nvPr/>
            </p:nvGrpSpPr>
            <p:grpSpPr>
              <a:xfrm rot="10800000">
                <a:off x="189565" y="280176"/>
                <a:ext cx="386400" cy="509638"/>
                <a:chOff x="6996750" y="683200"/>
                <a:chExt cx="386400" cy="509638"/>
              </a:xfrm>
            </p:grpSpPr>
            <p:sp>
              <p:nvSpPr>
                <p:cNvPr id="421" name="Google Shape;421;p19"/>
                <p:cNvSpPr/>
                <p:nvPr/>
              </p:nvSpPr>
              <p:spPr>
                <a:xfrm>
                  <a:off x="7022500" y="704325"/>
                  <a:ext cx="338925" cy="464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7" h="18582" extrusionOk="0">
                      <a:moveTo>
                        <a:pt x="0" y="7012"/>
                      </a:moveTo>
                      <a:lnTo>
                        <a:pt x="11103" y="0"/>
                      </a:lnTo>
                      <a:lnTo>
                        <a:pt x="13557" y="18582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2" name="Google Shape;422;p19"/>
                <p:cNvSpPr/>
                <p:nvPr/>
              </p:nvSpPr>
              <p:spPr>
                <a:xfrm>
                  <a:off x="7271550" y="6832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23" name="Google Shape;423;p19"/>
                <p:cNvSpPr/>
                <p:nvPr/>
              </p:nvSpPr>
              <p:spPr>
                <a:xfrm>
                  <a:off x="6996750" y="85318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24" name="Google Shape;424;p19"/>
                <p:cNvSpPr/>
                <p:nvPr/>
              </p:nvSpPr>
              <p:spPr>
                <a:xfrm>
                  <a:off x="7327350" y="113703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25" name="Google Shape;425;p19"/>
              <p:cNvGrpSpPr/>
              <p:nvPr/>
            </p:nvGrpSpPr>
            <p:grpSpPr>
              <a:xfrm rot="10358384">
                <a:off x="194027" y="1040368"/>
                <a:ext cx="377477" cy="372765"/>
                <a:chOff x="7734988" y="693913"/>
                <a:chExt cx="377500" cy="372788"/>
              </a:xfrm>
            </p:grpSpPr>
            <p:sp>
              <p:nvSpPr>
                <p:cNvPr id="426" name="Google Shape;426;p19"/>
                <p:cNvSpPr/>
                <p:nvPr/>
              </p:nvSpPr>
              <p:spPr>
                <a:xfrm>
                  <a:off x="7758800" y="718925"/>
                  <a:ext cx="333075" cy="3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3" h="12973" extrusionOk="0">
                      <a:moveTo>
                        <a:pt x="0" y="12622"/>
                      </a:moveTo>
                      <a:lnTo>
                        <a:pt x="6661" y="0"/>
                      </a:lnTo>
                      <a:lnTo>
                        <a:pt x="13323" y="12973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7" name="Google Shape;427;p19"/>
                <p:cNvSpPr/>
                <p:nvPr/>
              </p:nvSpPr>
              <p:spPr>
                <a:xfrm>
                  <a:off x="7897438" y="693913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28" name="Google Shape;428;p19"/>
                <p:cNvSpPr/>
                <p:nvPr/>
              </p:nvSpPr>
              <p:spPr>
                <a:xfrm>
                  <a:off x="7734988" y="1003025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29" name="Google Shape;429;p19"/>
                <p:cNvSpPr/>
                <p:nvPr/>
              </p:nvSpPr>
              <p:spPr>
                <a:xfrm>
                  <a:off x="8056688" y="10109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23"/>
          <p:cNvGrpSpPr/>
          <p:nvPr/>
        </p:nvGrpSpPr>
        <p:grpSpPr>
          <a:xfrm>
            <a:off x="114400" y="267325"/>
            <a:ext cx="1455525" cy="1311227"/>
            <a:chOff x="7436225" y="267325"/>
            <a:chExt cx="1455525" cy="1311227"/>
          </a:xfrm>
        </p:grpSpPr>
        <p:grpSp>
          <p:nvGrpSpPr>
            <p:cNvPr id="534" name="Google Shape;534;p23"/>
            <p:cNvGrpSpPr/>
            <p:nvPr/>
          </p:nvGrpSpPr>
          <p:grpSpPr>
            <a:xfrm>
              <a:off x="8416700" y="267325"/>
              <a:ext cx="475050" cy="409925"/>
              <a:chOff x="3522825" y="751550"/>
              <a:chExt cx="475050" cy="409925"/>
            </a:xfrm>
          </p:grpSpPr>
          <p:sp>
            <p:nvSpPr>
              <p:cNvPr id="535" name="Google Shape;535;p23"/>
              <p:cNvSpPr/>
              <p:nvPr/>
            </p:nvSpPr>
            <p:spPr>
              <a:xfrm>
                <a:off x="3542125" y="769150"/>
                <a:ext cx="433250" cy="367100"/>
              </a:xfrm>
              <a:custGeom>
                <a:avLst/>
                <a:gdLst/>
                <a:ahLst/>
                <a:cxnLst/>
                <a:rect l="l" t="t" r="r" b="b"/>
                <a:pathLst>
                  <a:path w="17330" h="14684" extrusionOk="0">
                    <a:moveTo>
                      <a:pt x="0" y="0"/>
                    </a:moveTo>
                    <a:lnTo>
                      <a:pt x="17330" y="9128"/>
                    </a:lnTo>
                    <a:lnTo>
                      <a:pt x="9789" y="1468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6" name="Google Shape;536;p23"/>
              <p:cNvSpPr/>
              <p:nvPr/>
            </p:nvSpPr>
            <p:spPr>
              <a:xfrm>
                <a:off x="3522825" y="7515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7" name="Google Shape;537;p23"/>
              <p:cNvSpPr/>
              <p:nvPr/>
            </p:nvSpPr>
            <p:spPr>
              <a:xfrm>
                <a:off x="3942075" y="97135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3754825" y="110567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39" name="Google Shape;539;p23"/>
            <p:cNvGrpSpPr/>
            <p:nvPr/>
          </p:nvGrpSpPr>
          <p:grpSpPr>
            <a:xfrm rot="1522716">
              <a:off x="7627103" y="1142852"/>
              <a:ext cx="377502" cy="372789"/>
              <a:chOff x="6901089" y="892110"/>
              <a:chExt cx="377500" cy="372788"/>
            </a:xfrm>
          </p:grpSpPr>
          <p:sp>
            <p:nvSpPr>
              <p:cNvPr id="540" name="Google Shape;540;p23"/>
              <p:cNvSpPr/>
              <p:nvPr/>
            </p:nvSpPr>
            <p:spPr>
              <a:xfrm>
                <a:off x="6924901" y="917123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1" name="Google Shape;541;p23"/>
              <p:cNvSpPr/>
              <p:nvPr/>
            </p:nvSpPr>
            <p:spPr>
              <a:xfrm>
                <a:off x="7063539" y="89211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6901089" y="120122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7222789" y="120909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44" name="Google Shape;544;p23"/>
            <p:cNvGrpSpPr/>
            <p:nvPr/>
          </p:nvGrpSpPr>
          <p:grpSpPr>
            <a:xfrm>
              <a:off x="7436225" y="280175"/>
              <a:ext cx="386400" cy="509638"/>
              <a:chOff x="6996750" y="683200"/>
              <a:chExt cx="386400" cy="509638"/>
            </a:xfrm>
          </p:grpSpPr>
          <p:sp>
            <p:nvSpPr>
              <p:cNvPr id="545" name="Google Shape;545;p23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6" name="Google Shape;546;p23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8" name="Google Shape;548;p23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49" name="Google Shape;549;p23"/>
          <p:cNvGrpSpPr/>
          <p:nvPr/>
        </p:nvGrpSpPr>
        <p:grpSpPr>
          <a:xfrm>
            <a:off x="8024239" y="4174100"/>
            <a:ext cx="863123" cy="729426"/>
            <a:chOff x="8024239" y="4174100"/>
            <a:chExt cx="863123" cy="729426"/>
          </a:xfrm>
        </p:grpSpPr>
        <p:grpSp>
          <p:nvGrpSpPr>
            <p:cNvPr id="550" name="Google Shape;550;p23"/>
            <p:cNvGrpSpPr/>
            <p:nvPr/>
          </p:nvGrpSpPr>
          <p:grpSpPr>
            <a:xfrm>
              <a:off x="8500963" y="4174100"/>
              <a:ext cx="386400" cy="509638"/>
              <a:chOff x="6996750" y="683200"/>
              <a:chExt cx="386400" cy="509638"/>
            </a:xfrm>
          </p:grpSpPr>
          <p:sp>
            <p:nvSpPr>
              <p:cNvPr id="551" name="Google Shape;551;p23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2" name="Google Shape;552;p23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55" name="Google Shape;555;p23"/>
            <p:cNvGrpSpPr/>
            <p:nvPr/>
          </p:nvGrpSpPr>
          <p:grpSpPr>
            <a:xfrm rot="-441616">
              <a:off x="8046561" y="4508118"/>
              <a:ext cx="377477" cy="372765"/>
              <a:chOff x="7734988" y="693913"/>
              <a:chExt cx="377500" cy="372788"/>
            </a:xfrm>
          </p:grpSpPr>
          <p:sp>
            <p:nvSpPr>
              <p:cNvPr id="556" name="Google Shape;556;p23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7" name="Google Shape;557;p23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24"/>
          <p:cNvGrpSpPr/>
          <p:nvPr/>
        </p:nvGrpSpPr>
        <p:grpSpPr>
          <a:xfrm>
            <a:off x="171705" y="280176"/>
            <a:ext cx="8807468" cy="4655725"/>
            <a:chOff x="171705" y="280176"/>
            <a:chExt cx="8807468" cy="4655725"/>
          </a:xfrm>
        </p:grpSpPr>
        <p:grpSp>
          <p:nvGrpSpPr>
            <p:cNvPr id="562" name="Google Shape;562;p24"/>
            <p:cNvGrpSpPr/>
            <p:nvPr/>
          </p:nvGrpSpPr>
          <p:grpSpPr>
            <a:xfrm rot="-9277284">
              <a:off x="8539998" y="3946147"/>
              <a:ext cx="377502" cy="372789"/>
              <a:chOff x="7734988" y="693913"/>
              <a:chExt cx="377500" cy="372788"/>
            </a:xfrm>
          </p:grpSpPr>
          <p:sp>
            <p:nvSpPr>
              <p:cNvPr id="563" name="Google Shape;563;p24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4" name="Google Shape;564;p24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5" name="Google Shape;565;p24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67" name="Google Shape;567;p24"/>
            <p:cNvGrpSpPr/>
            <p:nvPr/>
          </p:nvGrpSpPr>
          <p:grpSpPr>
            <a:xfrm rot="10800000">
              <a:off x="8439828" y="4426263"/>
              <a:ext cx="386400" cy="509638"/>
              <a:chOff x="6996750" y="683200"/>
              <a:chExt cx="386400" cy="509638"/>
            </a:xfrm>
          </p:grpSpPr>
          <p:sp>
            <p:nvSpPr>
              <p:cNvPr id="568" name="Google Shape;568;p24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9" name="Google Shape;569;p24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0" name="Google Shape;570;p24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1" name="Google Shape;571;p24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72" name="Google Shape;572;p24"/>
            <p:cNvGrpSpPr/>
            <p:nvPr/>
          </p:nvGrpSpPr>
          <p:grpSpPr>
            <a:xfrm>
              <a:off x="171705" y="280176"/>
              <a:ext cx="422121" cy="1155600"/>
              <a:chOff x="171705" y="280176"/>
              <a:chExt cx="422121" cy="1155600"/>
            </a:xfrm>
          </p:grpSpPr>
          <p:grpSp>
            <p:nvGrpSpPr>
              <p:cNvPr id="573" name="Google Shape;573;p24"/>
              <p:cNvGrpSpPr/>
              <p:nvPr/>
            </p:nvGrpSpPr>
            <p:grpSpPr>
              <a:xfrm rot="10800000">
                <a:off x="189565" y="280176"/>
                <a:ext cx="386400" cy="509638"/>
                <a:chOff x="6996750" y="683200"/>
                <a:chExt cx="386400" cy="509638"/>
              </a:xfrm>
            </p:grpSpPr>
            <p:sp>
              <p:nvSpPr>
                <p:cNvPr id="574" name="Google Shape;574;p24"/>
                <p:cNvSpPr/>
                <p:nvPr/>
              </p:nvSpPr>
              <p:spPr>
                <a:xfrm>
                  <a:off x="7022500" y="704325"/>
                  <a:ext cx="338925" cy="464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7" h="18582" extrusionOk="0">
                      <a:moveTo>
                        <a:pt x="0" y="7012"/>
                      </a:moveTo>
                      <a:lnTo>
                        <a:pt x="11103" y="0"/>
                      </a:lnTo>
                      <a:lnTo>
                        <a:pt x="13557" y="18582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75" name="Google Shape;575;p24"/>
                <p:cNvSpPr/>
                <p:nvPr/>
              </p:nvSpPr>
              <p:spPr>
                <a:xfrm>
                  <a:off x="7271550" y="6832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76" name="Google Shape;576;p24"/>
                <p:cNvSpPr/>
                <p:nvPr/>
              </p:nvSpPr>
              <p:spPr>
                <a:xfrm>
                  <a:off x="6996750" y="85318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77" name="Google Shape;577;p24"/>
                <p:cNvSpPr/>
                <p:nvPr/>
              </p:nvSpPr>
              <p:spPr>
                <a:xfrm>
                  <a:off x="7327350" y="1137038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578" name="Google Shape;578;p24"/>
              <p:cNvGrpSpPr/>
              <p:nvPr/>
            </p:nvGrpSpPr>
            <p:grpSpPr>
              <a:xfrm rot="10358384">
                <a:off x="194027" y="1040368"/>
                <a:ext cx="377477" cy="372765"/>
                <a:chOff x="7734988" y="693913"/>
                <a:chExt cx="377500" cy="372788"/>
              </a:xfrm>
            </p:grpSpPr>
            <p:sp>
              <p:nvSpPr>
                <p:cNvPr id="579" name="Google Shape;579;p24"/>
                <p:cNvSpPr/>
                <p:nvPr/>
              </p:nvSpPr>
              <p:spPr>
                <a:xfrm>
                  <a:off x="7758800" y="718925"/>
                  <a:ext cx="333075" cy="3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3" h="12973" extrusionOk="0">
                      <a:moveTo>
                        <a:pt x="0" y="12622"/>
                      </a:moveTo>
                      <a:lnTo>
                        <a:pt x="6661" y="0"/>
                      </a:lnTo>
                      <a:lnTo>
                        <a:pt x="13323" y="12973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80" name="Google Shape;580;p24"/>
                <p:cNvSpPr/>
                <p:nvPr/>
              </p:nvSpPr>
              <p:spPr>
                <a:xfrm>
                  <a:off x="7897438" y="693913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81" name="Google Shape;581;p24"/>
                <p:cNvSpPr/>
                <p:nvPr/>
              </p:nvSpPr>
              <p:spPr>
                <a:xfrm>
                  <a:off x="7734988" y="1003025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82" name="Google Shape;582;p24"/>
                <p:cNvSpPr/>
                <p:nvPr/>
              </p:nvSpPr>
              <p:spPr>
                <a:xfrm>
                  <a:off x="8056688" y="1010900"/>
                  <a:ext cx="55800" cy="5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3" r:id="rId10"/>
    <p:sldLayoutId id="2147483665" r:id="rId11"/>
    <p:sldLayoutId id="2147483669" r:id="rId12"/>
    <p:sldLayoutId id="214748367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ql5.com/es/articles/1378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cc.inaoep.mx/~a.morales/EC/pdf/ClaseED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2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2326" t="-290" r="22326"/>
          <a:stretch/>
        </p:blipFill>
        <p:spPr>
          <a:xfrm>
            <a:off x="0" y="-15075"/>
            <a:ext cx="4283699" cy="5158499"/>
          </a:xfrm>
          <a:prstGeom prst="rect">
            <a:avLst/>
          </a:prstGeom>
        </p:spPr>
      </p:pic>
      <p:pic>
        <p:nvPicPr>
          <p:cNvPr id="594" name="Google Shape;59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634832" y="0"/>
            <a:ext cx="165566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8"/>
          <p:cNvSpPr txBox="1">
            <a:spLocks noGrp="1"/>
          </p:cNvSpPr>
          <p:nvPr>
            <p:ph type="ctrTitle"/>
          </p:nvPr>
        </p:nvSpPr>
        <p:spPr>
          <a:xfrm>
            <a:off x="4283575" y="1462375"/>
            <a:ext cx="4302864" cy="19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800" noProof="0" dirty="0"/>
              <a:t>Evolución Diferencial</a:t>
            </a:r>
          </a:p>
        </p:txBody>
      </p:sp>
      <p:sp>
        <p:nvSpPr>
          <p:cNvPr id="596" name="Google Shape;596;p28"/>
          <p:cNvSpPr txBox="1">
            <a:spLocks noGrp="1"/>
          </p:cNvSpPr>
          <p:nvPr>
            <p:ph type="subTitle" idx="1"/>
          </p:nvPr>
        </p:nvSpPr>
        <p:spPr>
          <a:xfrm>
            <a:off x="4283575" y="3389099"/>
            <a:ext cx="3652500" cy="826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Juan Carlos Ceballos &amp; Sophia Upegui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Sistemas Inteligentes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2025-1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1;p29">
            <a:extLst>
              <a:ext uri="{FF2B5EF4-FFF2-40B4-BE49-F238E27FC236}">
                <a16:creationId xmlns:a16="http://schemas.microsoft.com/office/drawing/2014/main" id="{7DF45CC4-DAF2-20BB-E8A9-62079EF90C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Selección del algoritmo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83E1A0-0728-3C66-5BB7-EB456678B701}"/>
              </a:ext>
            </a:extLst>
          </p:cNvPr>
          <p:cNvSpPr txBox="1"/>
          <p:nvPr/>
        </p:nvSpPr>
        <p:spPr>
          <a:xfrm>
            <a:off x="1165302" y="1344789"/>
            <a:ext cx="681339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MX" noProof="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Inspirado en las teorías de Darwin y </a:t>
            </a:r>
            <a:r>
              <a:rPr lang="es-MX" noProof="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Lamark</a:t>
            </a:r>
            <a:r>
              <a:rPr lang="es-MX" noProof="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sobre la evolución y la sobrevivencia del más apto</a:t>
            </a:r>
            <a:endParaRPr lang="es-CO" noProof="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285750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CO" noProof="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Storn</a:t>
            </a:r>
            <a:r>
              <a:rPr lang="es-CO" noProof="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&amp; Price en 1995</a:t>
            </a:r>
          </a:p>
          <a:p>
            <a:pPr marL="285750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CO" noProof="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Cruce y mutación</a:t>
            </a:r>
          </a:p>
          <a:p>
            <a:pPr marL="285750" indent="-28575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CO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Búsqueda poblacional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DE66DE9-D19B-9822-6394-8F7DBA68B0A0}"/>
              </a:ext>
            </a:extLst>
          </p:cNvPr>
          <p:cNvGrpSpPr/>
          <p:nvPr/>
        </p:nvGrpSpPr>
        <p:grpSpPr>
          <a:xfrm>
            <a:off x="2011680" y="2922700"/>
            <a:ext cx="5120640" cy="1829652"/>
            <a:chOff x="1487424" y="3134443"/>
            <a:chExt cx="5120640" cy="182965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811DB93-3783-000C-ED29-0D9C025AD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7424" y="3134443"/>
              <a:ext cx="5120640" cy="156403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96B105-818A-DA37-DBBF-E8B79A6668DF}"/>
                </a:ext>
              </a:extLst>
            </p:cNvPr>
            <p:cNvSpPr txBox="1"/>
            <p:nvPr/>
          </p:nvSpPr>
          <p:spPr>
            <a:xfrm>
              <a:off x="1487424" y="4702485"/>
              <a:ext cx="512064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buClrTx/>
                <a:buFontTx/>
              </a:pPr>
              <a:r>
                <a:rPr lang="es-CO" sz="1100" noProof="0" dirty="0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Adaptado de “</a:t>
              </a:r>
              <a:r>
                <a:rPr lang="es-CO" sz="1100" noProof="0" dirty="0" err="1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Evolucion</a:t>
              </a:r>
              <a:r>
                <a:rPr lang="es-CO" sz="1100" noProof="0" dirty="0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 diferencial”</a:t>
              </a:r>
              <a:r>
                <a:rPr lang="es-CO" sz="1100" dirty="0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 por </a:t>
              </a:r>
              <a:r>
                <a:rPr lang="it-IT" sz="1100" dirty="0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Hablemos de optimización (2018)</a:t>
              </a:r>
              <a:endParaRPr lang="es-CO" sz="1100" noProof="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Inicialización</a:t>
            </a:r>
            <a:endParaRPr lang="es-CO" noProof="0" dirty="0"/>
          </a:p>
        </p:txBody>
      </p:sp>
      <p:sp>
        <p:nvSpPr>
          <p:cNvPr id="669" name="Google Shape;669;p34"/>
          <p:cNvSpPr txBox="1">
            <a:spLocks noGrp="1"/>
          </p:cNvSpPr>
          <p:nvPr>
            <p:ph type="subTitle" idx="4"/>
          </p:nvPr>
        </p:nvSpPr>
        <p:spPr>
          <a:xfrm>
            <a:off x="1100255" y="1206729"/>
            <a:ext cx="1603788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Modelo</a:t>
            </a:r>
          </a:p>
        </p:txBody>
      </p:sp>
      <p:sp>
        <p:nvSpPr>
          <p:cNvPr id="670" name="Google Shape;670;p34"/>
          <p:cNvSpPr txBox="1">
            <a:spLocks noGrp="1"/>
          </p:cNvSpPr>
          <p:nvPr>
            <p:ph type="subTitle" idx="5"/>
          </p:nvPr>
        </p:nvSpPr>
        <p:spPr>
          <a:xfrm>
            <a:off x="3828328" y="1206729"/>
            <a:ext cx="168354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Parámetros </a:t>
            </a:r>
          </a:p>
        </p:txBody>
      </p:sp>
      <p:sp>
        <p:nvSpPr>
          <p:cNvPr id="671" name="Google Shape;671;p34"/>
          <p:cNvSpPr txBox="1">
            <a:spLocks noGrp="1"/>
          </p:cNvSpPr>
          <p:nvPr>
            <p:ph type="subTitle" idx="1"/>
          </p:nvPr>
        </p:nvSpPr>
        <p:spPr>
          <a:xfrm>
            <a:off x="603412" y="1734429"/>
            <a:ext cx="2354613" cy="1439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noProof="0" dirty="0"/>
              <a:t>Definir el modelo del sistema.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Establecer</a:t>
            </a:r>
            <a:r>
              <a:rPr lang="es-MX" noProof="0" dirty="0"/>
              <a:t> la función de transferencia Gs del sistema a controlar.</a:t>
            </a:r>
            <a:endParaRPr lang="es-CO" noProof="0" dirty="0"/>
          </a:p>
        </p:txBody>
      </p:sp>
      <p:sp>
        <p:nvSpPr>
          <p:cNvPr id="672" name="Google Shape;672;p34"/>
          <p:cNvSpPr txBox="1">
            <a:spLocks noGrp="1"/>
          </p:cNvSpPr>
          <p:nvPr>
            <p:ph type="subTitle" idx="2"/>
          </p:nvPr>
        </p:nvSpPr>
        <p:spPr>
          <a:xfrm>
            <a:off x="6215695" y="1817923"/>
            <a:ext cx="2117522" cy="2473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noProof="0" dirty="0"/>
              <a:t>Generar una población inicial de N individuos, con valores aleatorios entre los límites LB y UB.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noProof="0" dirty="0"/>
              <a:t>Evaluar </a:t>
            </a:r>
            <a:r>
              <a:rPr lang="es-MX" dirty="0"/>
              <a:t>la función de costo inicial usando </a:t>
            </a:r>
            <a:r>
              <a:rPr lang="es-MX" noProof="0" dirty="0"/>
              <a:t>tiempo de asentamiento y el </a:t>
            </a:r>
            <a:r>
              <a:rPr lang="es-MX" noProof="0" dirty="0" err="1"/>
              <a:t>sobreimpulso</a:t>
            </a:r>
            <a:r>
              <a:rPr lang="es-MX" noProof="0" dirty="0"/>
              <a:t>.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Defino máximo de iteraciones.</a:t>
            </a:r>
          </a:p>
          <a:p>
            <a:pPr marL="0" indent="0" algn="l">
              <a:spcAft>
                <a:spcPts val="600"/>
              </a:spcAft>
            </a:pPr>
            <a:endParaRPr lang="es-MX" noProof="0" dirty="0"/>
          </a:p>
        </p:txBody>
      </p:sp>
      <p:sp>
        <p:nvSpPr>
          <p:cNvPr id="3" name="Google Shape;669;p34">
            <a:extLst>
              <a:ext uri="{FF2B5EF4-FFF2-40B4-BE49-F238E27FC236}">
                <a16:creationId xmlns:a16="http://schemas.microsoft.com/office/drawing/2014/main" id="{CD7829AE-A4AE-B5E1-22D2-5B1A77AD29D8}"/>
              </a:ext>
            </a:extLst>
          </p:cNvPr>
          <p:cNvSpPr txBox="1">
            <a:spLocks/>
          </p:cNvSpPr>
          <p:nvPr/>
        </p:nvSpPr>
        <p:spPr>
          <a:xfrm>
            <a:off x="666280" y="1206729"/>
            <a:ext cx="4339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r"/>
            <a:r>
              <a:rPr lang="es-CO" noProof="0" dirty="0">
                <a:solidFill>
                  <a:schemeClr val="bg2"/>
                </a:solidFill>
              </a:rPr>
              <a:t>1.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3D057-EDCD-C864-108E-FCA363108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88" y="3174053"/>
            <a:ext cx="1958879" cy="833779"/>
          </a:xfrm>
          <a:prstGeom prst="rect">
            <a:avLst/>
          </a:prstGeom>
        </p:spPr>
      </p:pic>
      <p:sp>
        <p:nvSpPr>
          <p:cNvPr id="9" name="Google Shape;671;p34">
            <a:extLst>
              <a:ext uri="{FF2B5EF4-FFF2-40B4-BE49-F238E27FC236}">
                <a16:creationId xmlns:a16="http://schemas.microsoft.com/office/drawing/2014/main" id="{22C43BFC-3144-1389-BB75-F58357D5FE9A}"/>
              </a:ext>
            </a:extLst>
          </p:cNvPr>
          <p:cNvSpPr txBox="1">
            <a:spLocks/>
          </p:cNvSpPr>
          <p:nvPr/>
        </p:nvSpPr>
        <p:spPr>
          <a:xfrm>
            <a:off x="3440824" y="1734430"/>
            <a:ext cx="2193286" cy="2273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100" b="1" noProof="0" dirty="0"/>
              <a:t>D</a:t>
            </a:r>
            <a:r>
              <a:rPr lang="es-MX" sz="1100" noProof="0" dirty="0"/>
              <a:t>: Dimensión de la solución</a:t>
            </a:r>
          </a:p>
          <a:p>
            <a:pPr marL="628650" lvl="1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100" dirty="0"/>
              <a:t>3: </a:t>
            </a:r>
            <a:r>
              <a:rPr lang="es-MX" sz="1100" noProof="0" dirty="0" err="1"/>
              <a:t>Kp</a:t>
            </a:r>
            <a:r>
              <a:rPr lang="es-MX" sz="1100" noProof="0" dirty="0"/>
              <a:t>, Ki, </a:t>
            </a:r>
            <a:r>
              <a:rPr lang="es-MX" sz="1100" noProof="0" dirty="0" err="1"/>
              <a:t>Kd</a:t>
            </a:r>
            <a:endParaRPr lang="es-MX" sz="1100" b="1" noProof="0" dirty="0"/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100" b="1" noProof="0" dirty="0"/>
              <a:t>N</a:t>
            </a:r>
            <a:r>
              <a:rPr lang="es-MX" sz="1100" noProof="0" dirty="0"/>
              <a:t>: Tamaño de la población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100" b="1" noProof="0" dirty="0"/>
              <a:t>CR</a:t>
            </a:r>
            <a:r>
              <a:rPr lang="es-MX" sz="1100" noProof="0" dirty="0"/>
              <a:t>: Tasa de cruce.</a:t>
            </a:r>
          </a:p>
          <a:p>
            <a:pPr marL="628650" lvl="1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100" noProof="0" dirty="0"/>
              <a:t>Rango: 0 – 1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100" b="1" dirty="0" err="1"/>
              <a:t>F_min</a:t>
            </a:r>
            <a:r>
              <a:rPr lang="es-MX" sz="1100" b="1" dirty="0"/>
              <a:t>: </a:t>
            </a:r>
            <a:r>
              <a:rPr lang="es-MX" sz="1100" dirty="0"/>
              <a:t>Mínimo valor de factor de escala (min: 0)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100" b="1" dirty="0" err="1"/>
              <a:t>F_max</a:t>
            </a:r>
            <a:r>
              <a:rPr lang="es-MX" sz="1100" b="1" dirty="0"/>
              <a:t>: </a:t>
            </a:r>
            <a:r>
              <a:rPr lang="es-MX" sz="1100" dirty="0"/>
              <a:t>Máximo valor de factor de escala (</a:t>
            </a:r>
            <a:r>
              <a:rPr lang="es-MX" sz="1100" dirty="0" err="1"/>
              <a:t>max</a:t>
            </a:r>
            <a:r>
              <a:rPr lang="es-MX" sz="1100" dirty="0"/>
              <a:t>: 2)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100" b="1" dirty="0"/>
              <a:t>LB</a:t>
            </a:r>
            <a:r>
              <a:rPr lang="es-MX" sz="1100" dirty="0"/>
              <a:t>: Límite inferior de búsqueda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100" b="1" dirty="0"/>
              <a:t>UP</a:t>
            </a:r>
            <a:r>
              <a:rPr lang="es-MX" sz="1100" dirty="0"/>
              <a:t>: Límite superior de búsqueda</a:t>
            </a:r>
          </a:p>
        </p:txBody>
      </p:sp>
      <p:sp>
        <p:nvSpPr>
          <p:cNvPr id="10" name="Google Shape;669;p34">
            <a:extLst>
              <a:ext uri="{FF2B5EF4-FFF2-40B4-BE49-F238E27FC236}">
                <a16:creationId xmlns:a16="http://schemas.microsoft.com/office/drawing/2014/main" id="{D44D8468-59F1-6FEE-39C4-B8E766A4A9C2}"/>
              </a:ext>
            </a:extLst>
          </p:cNvPr>
          <p:cNvSpPr txBox="1">
            <a:spLocks/>
          </p:cNvSpPr>
          <p:nvPr/>
        </p:nvSpPr>
        <p:spPr>
          <a:xfrm>
            <a:off x="6236797" y="1206729"/>
            <a:ext cx="201343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l"/>
            <a:r>
              <a:rPr lang="es-CO" dirty="0">
                <a:solidFill>
                  <a:schemeClr val="bg2"/>
                </a:solidFill>
              </a:rPr>
              <a:t>3.  </a:t>
            </a:r>
            <a:r>
              <a:rPr lang="es-CO" dirty="0">
                <a:solidFill>
                  <a:schemeClr val="tx1"/>
                </a:solidFill>
              </a:rPr>
              <a:t>Población</a:t>
            </a:r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4" name="Google Shape;669;p34">
            <a:extLst>
              <a:ext uri="{FF2B5EF4-FFF2-40B4-BE49-F238E27FC236}">
                <a16:creationId xmlns:a16="http://schemas.microsoft.com/office/drawing/2014/main" id="{BC774C5B-722E-44E6-1B39-1422EB287A25}"/>
              </a:ext>
            </a:extLst>
          </p:cNvPr>
          <p:cNvSpPr txBox="1">
            <a:spLocks/>
          </p:cNvSpPr>
          <p:nvPr/>
        </p:nvSpPr>
        <p:spPr>
          <a:xfrm>
            <a:off x="3440824" y="1206729"/>
            <a:ext cx="4339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r"/>
            <a:r>
              <a:rPr lang="es-CO" noProof="0" dirty="0">
                <a:solidFill>
                  <a:schemeClr val="bg2"/>
                </a:solidFill>
              </a:rPr>
              <a:t>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660;p33">
            <a:extLst>
              <a:ext uri="{FF2B5EF4-FFF2-40B4-BE49-F238E27FC236}">
                <a16:creationId xmlns:a16="http://schemas.microsoft.com/office/drawing/2014/main" id="{95D4E46D-5640-A990-C478-2009DA546D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Proceso Iterativo</a:t>
            </a:r>
          </a:p>
        </p:txBody>
      </p:sp>
      <p:sp>
        <p:nvSpPr>
          <p:cNvPr id="10" name="Google Shape;669;p34">
            <a:extLst>
              <a:ext uri="{FF2B5EF4-FFF2-40B4-BE49-F238E27FC236}">
                <a16:creationId xmlns:a16="http://schemas.microsoft.com/office/drawing/2014/main" id="{A8490A91-60CE-1724-318A-372CC8976394}"/>
              </a:ext>
            </a:extLst>
          </p:cNvPr>
          <p:cNvSpPr txBox="1">
            <a:spLocks/>
          </p:cNvSpPr>
          <p:nvPr/>
        </p:nvSpPr>
        <p:spPr>
          <a:xfrm>
            <a:off x="921836" y="1221057"/>
            <a:ext cx="160378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r>
              <a:rPr lang="es-CO" dirty="0"/>
              <a:t>Individuos</a:t>
            </a:r>
          </a:p>
        </p:txBody>
      </p:sp>
      <p:sp>
        <p:nvSpPr>
          <p:cNvPr id="11" name="Google Shape;671;p34">
            <a:extLst>
              <a:ext uri="{FF2B5EF4-FFF2-40B4-BE49-F238E27FC236}">
                <a16:creationId xmlns:a16="http://schemas.microsoft.com/office/drawing/2014/main" id="{78D3196E-54E7-A18B-7C8A-A575FD3FB8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7860" y="1882693"/>
            <a:ext cx="2037763" cy="20871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noProof="0" dirty="0"/>
              <a:t>Selección de individuo Xi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noProof="0" dirty="0"/>
              <a:t>Para cada individuo Xi, seleccionar 3 individuos aleatorios distintos </a:t>
            </a:r>
            <a:r>
              <a:rPr lang="es-CO" noProof="0" dirty="0"/>
              <a:t>c</a:t>
            </a:r>
            <a:r>
              <a:rPr lang="es-CO" dirty="0" err="1"/>
              <a:t>on</a:t>
            </a:r>
            <a:r>
              <a:rPr lang="es-CO" dirty="0"/>
              <a:t> los cuales generar la mutación</a:t>
            </a:r>
            <a:endParaRPr lang="es-MX" noProof="0" dirty="0"/>
          </a:p>
          <a:p>
            <a:pPr marL="628650" lvl="1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dirty="0"/>
              <a:t>R1, R2, R3</a:t>
            </a:r>
          </a:p>
        </p:txBody>
      </p:sp>
      <p:sp>
        <p:nvSpPr>
          <p:cNvPr id="12" name="Google Shape;672;p34">
            <a:extLst>
              <a:ext uri="{FF2B5EF4-FFF2-40B4-BE49-F238E27FC236}">
                <a16:creationId xmlns:a16="http://schemas.microsoft.com/office/drawing/2014/main" id="{7A4E85FA-0FBF-1C29-6784-37635675E9E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69536" y="1882693"/>
            <a:ext cx="2117522" cy="1247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Generar un vector mutado (V)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noProof="0" dirty="0"/>
              <a:t>Se limita V dentro de (LB, UB) para evitar soluciones inválidas</a:t>
            </a:r>
          </a:p>
        </p:txBody>
      </p:sp>
      <p:sp>
        <p:nvSpPr>
          <p:cNvPr id="13" name="Google Shape;669;p34">
            <a:extLst>
              <a:ext uri="{FF2B5EF4-FFF2-40B4-BE49-F238E27FC236}">
                <a16:creationId xmlns:a16="http://schemas.microsoft.com/office/drawing/2014/main" id="{6DC87EC1-47D7-0089-F0C7-774A0066B713}"/>
              </a:ext>
            </a:extLst>
          </p:cNvPr>
          <p:cNvSpPr txBox="1">
            <a:spLocks/>
          </p:cNvSpPr>
          <p:nvPr/>
        </p:nvSpPr>
        <p:spPr>
          <a:xfrm>
            <a:off x="487861" y="1221057"/>
            <a:ext cx="4339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r"/>
            <a:r>
              <a:rPr lang="es-CO" dirty="0">
                <a:solidFill>
                  <a:schemeClr val="bg2"/>
                </a:solidFill>
              </a:rPr>
              <a:t>4</a:t>
            </a:r>
            <a:r>
              <a:rPr lang="es-CO" noProof="0" dirty="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14" name="Google Shape;669;p34">
            <a:extLst>
              <a:ext uri="{FF2B5EF4-FFF2-40B4-BE49-F238E27FC236}">
                <a16:creationId xmlns:a16="http://schemas.microsoft.com/office/drawing/2014/main" id="{92B83233-43FA-F5CA-A3BF-B592FECEDB87}"/>
              </a:ext>
            </a:extLst>
          </p:cNvPr>
          <p:cNvSpPr txBox="1">
            <a:spLocks/>
          </p:cNvSpPr>
          <p:nvPr/>
        </p:nvSpPr>
        <p:spPr>
          <a:xfrm>
            <a:off x="6125109" y="1221057"/>
            <a:ext cx="185916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l"/>
            <a:r>
              <a:rPr lang="es-CO" dirty="0"/>
              <a:t>Cruce</a:t>
            </a:r>
            <a:endParaRPr lang="es-CO" noProof="0" dirty="0"/>
          </a:p>
        </p:txBody>
      </p:sp>
      <p:sp>
        <p:nvSpPr>
          <p:cNvPr id="15" name="Google Shape;671;p34">
            <a:extLst>
              <a:ext uri="{FF2B5EF4-FFF2-40B4-BE49-F238E27FC236}">
                <a16:creationId xmlns:a16="http://schemas.microsoft.com/office/drawing/2014/main" id="{5F265D7F-A729-1D25-7382-A4657A2A6AB4}"/>
              </a:ext>
            </a:extLst>
          </p:cNvPr>
          <p:cNvSpPr txBox="1">
            <a:spLocks/>
          </p:cNvSpPr>
          <p:nvPr/>
        </p:nvSpPr>
        <p:spPr>
          <a:xfrm>
            <a:off x="5691134" y="1882693"/>
            <a:ext cx="2843266" cy="186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noProof="0" dirty="0"/>
              <a:t>Generar un nuevo individuo (U) tomando parámetros con V y Xi</a:t>
            </a:r>
          </a:p>
          <a:p>
            <a:pPr marL="628650" lvl="1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D</a:t>
            </a:r>
            <a:r>
              <a:rPr lang="es-MX" noProof="0" dirty="0" err="1"/>
              <a:t>ependiendo</a:t>
            </a:r>
            <a:r>
              <a:rPr lang="es-MX" noProof="0" dirty="0"/>
              <a:t> del CR</a:t>
            </a:r>
          </a:p>
          <a:p>
            <a:pPr marL="628650" lvl="1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U tiene que ser diferente de V y de Xi</a:t>
            </a:r>
          </a:p>
          <a:p>
            <a:pPr marL="628650" lvl="1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noProof="0" dirty="0"/>
              <a:t>Si U tiene valores fuera del rango permitido, se ajustan dentro de (LB, UB) </a:t>
            </a:r>
          </a:p>
        </p:txBody>
      </p:sp>
      <p:sp>
        <p:nvSpPr>
          <p:cNvPr id="16" name="Google Shape;669;p34">
            <a:extLst>
              <a:ext uri="{FF2B5EF4-FFF2-40B4-BE49-F238E27FC236}">
                <a16:creationId xmlns:a16="http://schemas.microsoft.com/office/drawing/2014/main" id="{05818BC3-F76C-1279-309B-F2BB6ABBBF25}"/>
              </a:ext>
            </a:extLst>
          </p:cNvPr>
          <p:cNvSpPr txBox="1">
            <a:spLocks/>
          </p:cNvSpPr>
          <p:nvPr/>
        </p:nvSpPr>
        <p:spPr>
          <a:xfrm>
            <a:off x="5691134" y="1166407"/>
            <a:ext cx="4339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r"/>
            <a:r>
              <a:rPr lang="es-CO" noProof="0" dirty="0">
                <a:solidFill>
                  <a:schemeClr val="bg2"/>
                </a:solidFill>
              </a:rPr>
              <a:t>6.</a:t>
            </a:r>
          </a:p>
        </p:txBody>
      </p:sp>
      <p:sp>
        <p:nvSpPr>
          <p:cNvPr id="17" name="Google Shape;669;p34">
            <a:extLst>
              <a:ext uri="{FF2B5EF4-FFF2-40B4-BE49-F238E27FC236}">
                <a16:creationId xmlns:a16="http://schemas.microsoft.com/office/drawing/2014/main" id="{34288091-D6C8-F911-15BD-7BF0010B2F37}"/>
              </a:ext>
            </a:extLst>
          </p:cNvPr>
          <p:cNvSpPr txBox="1">
            <a:spLocks/>
          </p:cNvSpPr>
          <p:nvPr/>
        </p:nvSpPr>
        <p:spPr>
          <a:xfrm>
            <a:off x="2959599" y="1166407"/>
            <a:ext cx="4339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r"/>
            <a:r>
              <a:rPr lang="es-CO" noProof="0" dirty="0">
                <a:solidFill>
                  <a:schemeClr val="bg2"/>
                </a:solidFill>
              </a:rPr>
              <a:t>5.</a:t>
            </a:r>
          </a:p>
        </p:txBody>
      </p:sp>
      <p:sp>
        <p:nvSpPr>
          <p:cNvPr id="18" name="Google Shape;669;p34">
            <a:extLst>
              <a:ext uri="{FF2B5EF4-FFF2-40B4-BE49-F238E27FC236}">
                <a16:creationId xmlns:a16="http://schemas.microsoft.com/office/drawing/2014/main" id="{B79C841F-E6FC-9146-75A5-9391DACE1E20}"/>
              </a:ext>
            </a:extLst>
          </p:cNvPr>
          <p:cNvSpPr txBox="1">
            <a:spLocks/>
          </p:cNvSpPr>
          <p:nvPr/>
        </p:nvSpPr>
        <p:spPr>
          <a:xfrm>
            <a:off x="3393574" y="1166407"/>
            <a:ext cx="160378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r>
              <a:rPr lang="es-CO" dirty="0"/>
              <a:t>Mutación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5B3BB3B-B7EA-DBAA-A785-3BC0488F5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536" y="3315994"/>
            <a:ext cx="2117522" cy="3764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C35C12-5EB6-6B25-28A4-77FE0C20F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225" y="3858326"/>
            <a:ext cx="3418602" cy="37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87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2723E-02C8-0C2E-9AC1-EEF0A2255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660;p33">
            <a:extLst>
              <a:ext uri="{FF2B5EF4-FFF2-40B4-BE49-F238E27FC236}">
                <a16:creationId xmlns:a16="http://schemas.microsoft.com/office/drawing/2014/main" id="{A71663B2-AF3A-0E71-81F5-3EAB98C44D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Resultados</a:t>
            </a:r>
          </a:p>
        </p:txBody>
      </p:sp>
      <p:sp>
        <p:nvSpPr>
          <p:cNvPr id="10" name="Google Shape;669;p34">
            <a:extLst>
              <a:ext uri="{FF2B5EF4-FFF2-40B4-BE49-F238E27FC236}">
                <a16:creationId xmlns:a16="http://schemas.microsoft.com/office/drawing/2014/main" id="{6872774D-4AF5-1279-B4BB-AA2CBC6CCE95}"/>
              </a:ext>
            </a:extLst>
          </p:cNvPr>
          <p:cNvSpPr txBox="1">
            <a:spLocks/>
          </p:cNvSpPr>
          <p:nvPr/>
        </p:nvSpPr>
        <p:spPr>
          <a:xfrm>
            <a:off x="921836" y="1317699"/>
            <a:ext cx="1729916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r>
              <a:rPr lang="es-CO" dirty="0"/>
              <a:t>Selección</a:t>
            </a:r>
          </a:p>
        </p:txBody>
      </p:sp>
      <p:sp>
        <p:nvSpPr>
          <p:cNvPr id="11" name="Google Shape;671;p34">
            <a:extLst>
              <a:ext uri="{FF2B5EF4-FFF2-40B4-BE49-F238E27FC236}">
                <a16:creationId xmlns:a16="http://schemas.microsoft.com/office/drawing/2014/main" id="{C21D2B7E-1D16-5CBC-F3E6-3C9A228031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7860" y="1882693"/>
            <a:ext cx="2037763" cy="20871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noProof="0" dirty="0"/>
              <a:t>Evaluar la función de costo del nuevo candidato.</a:t>
            </a:r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F</a:t>
            </a:r>
            <a:r>
              <a:rPr lang="es-MX" noProof="0" dirty="0"/>
              <a:t>unción objetivo utilizada para la optimización del PID.</a:t>
            </a:r>
            <a:endParaRPr lang="es-CO" noProof="0" dirty="0"/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Guardar la mejor solución encontrada.</a:t>
            </a:r>
            <a:endParaRPr lang="es-MX" noProof="0" dirty="0"/>
          </a:p>
        </p:txBody>
      </p:sp>
      <p:sp>
        <p:nvSpPr>
          <p:cNvPr id="12" name="Google Shape;672;p34">
            <a:extLst>
              <a:ext uri="{FF2B5EF4-FFF2-40B4-BE49-F238E27FC236}">
                <a16:creationId xmlns:a16="http://schemas.microsoft.com/office/drawing/2014/main" id="{CB020064-85FF-A5C6-BF59-82AB140FBEC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956550" y="1882693"/>
            <a:ext cx="2117522" cy="1247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Simular la respuesta del sistema con el mejor PID.  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Imprimir los parámetros óptimos. </a:t>
            </a:r>
            <a:endParaRPr lang="es-MX" noProof="0" dirty="0"/>
          </a:p>
        </p:txBody>
      </p:sp>
      <p:sp>
        <p:nvSpPr>
          <p:cNvPr id="13" name="Google Shape;669;p34">
            <a:extLst>
              <a:ext uri="{FF2B5EF4-FFF2-40B4-BE49-F238E27FC236}">
                <a16:creationId xmlns:a16="http://schemas.microsoft.com/office/drawing/2014/main" id="{87169FAC-62E0-067F-F92F-7A140F17F01E}"/>
              </a:ext>
            </a:extLst>
          </p:cNvPr>
          <p:cNvSpPr txBox="1">
            <a:spLocks/>
          </p:cNvSpPr>
          <p:nvPr/>
        </p:nvSpPr>
        <p:spPr>
          <a:xfrm>
            <a:off x="487861" y="1317699"/>
            <a:ext cx="4339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r"/>
            <a:r>
              <a:rPr lang="es-CO" dirty="0">
                <a:solidFill>
                  <a:schemeClr val="bg2"/>
                </a:solidFill>
              </a:rPr>
              <a:t>7</a:t>
            </a:r>
            <a:r>
              <a:rPr lang="es-CO" noProof="0" dirty="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17" name="Google Shape;669;p34">
            <a:extLst>
              <a:ext uri="{FF2B5EF4-FFF2-40B4-BE49-F238E27FC236}">
                <a16:creationId xmlns:a16="http://schemas.microsoft.com/office/drawing/2014/main" id="{C66A8B0B-1034-E115-E4CE-582F8916C0AA}"/>
              </a:ext>
            </a:extLst>
          </p:cNvPr>
          <p:cNvSpPr txBox="1">
            <a:spLocks/>
          </p:cNvSpPr>
          <p:nvPr/>
        </p:nvSpPr>
        <p:spPr>
          <a:xfrm>
            <a:off x="2846613" y="1317699"/>
            <a:ext cx="4339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r"/>
            <a:r>
              <a:rPr lang="es-CO" noProof="0" dirty="0">
                <a:solidFill>
                  <a:schemeClr val="bg2"/>
                </a:solidFill>
              </a:rPr>
              <a:t>8.</a:t>
            </a:r>
          </a:p>
        </p:txBody>
      </p:sp>
      <p:sp>
        <p:nvSpPr>
          <p:cNvPr id="18" name="Google Shape;669;p34">
            <a:extLst>
              <a:ext uri="{FF2B5EF4-FFF2-40B4-BE49-F238E27FC236}">
                <a16:creationId xmlns:a16="http://schemas.microsoft.com/office/drawing/2014/main" id="{1ADA4496-12E7-BC9F-A931-D0A9F4591DF4}"/>
              </a:ext>
            </a:extLst>
          </p:cNvPr>
          <p:cNvSpPr txBox="1">
            <a:spLocks/>
          </p:cNvSpPr>
          <p:nvPr/>
        </p:nvSpPr>
        <p:spPr>
          <a:xfrm>
            <a:off x="3280588" y="1317699"/>
            <a:ext cx="179348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r>
              <a:rPr lang="es-CO" dirty="0"/>
              <a:t>Visualización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40A6B8-CF2C-9E2E-EFAA-3B0414792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795" y="1478515"/>
            <a:ext cx="3519323" cy="231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35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Curva de minimización</a:t>
            </a:r>
            <a:endParaRPr lang="es-CO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97FB31-0CD9-9D23-4BAB-7330B3EC69F9}"/>
              </a:ext>
            </a:extLst>
          </p:cNvPr>
          <p:cNvGrpSpPr/>
          <p:nvPr/>
        </p:nvGrpSpPr>
        <p:grpSpPr>
          <a:xfrm>
            <a:off x="4684542" y="1289696"/>
            <a:ext cx="4067797" cy="3050846"/>
            <a:chOff x="4572000" y="1289696"/>
            <a:chExt cx="4067797" cy="305084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3793E3-5677-26CC-DB46-02751924C13C}"/>
                </a:ext>
              </a:extLst>
            </p:cNvPr>
            <p:cNvSpPr/>
            <p:nvPr/>
          </p:nvSpPr>
          <p:spPr>
            <a:xfrm>
              <a:off x="4572000" y="1289696"/>
              <a:ext cx="4067797" cy="305084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04A30E-6A0F-4155-A118-00143CF0A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0" y="1289696"/>
              <a:ext cx="4067795" cy="305084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3CDB5DD-8DA4-69DB-D673-48DC52789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61" y="1289696"/>
            <a:ext cx="4067794" cy="3050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3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198" t="52476" r="2198" b="1370"/>
          <a:stretch/>
        </p:blipFill>
        <p:spPr>
          <a:xfrm>
            <a:off x="0" y="0"/>
            <a:ext cx="9143997" cy="2942298"/>
          </a:xfrm>
          <a:prstGeom prst="rect">
            <a:avLst/>
          </a:prstGeom>
        </p:spPr>
      </p:pic>
      <p:pic>
        <p:nvPicPr>
          <p:cNvPr id="628" name="Google Shape;62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3113464" y="-3113465"/>
            <a:ext cx="2942297" cy="9169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1" name="Google Shape;631;p31"/>
          <p:cNvGrpSpPr/>
          <p:nvPr/>
        </p:nvGrpSpPr>
        <p:grpSpPr>
          <a:xfrm>
            <a:off x="378200" y="1346975"/>
            <a:ext cx="905360" cy="871301"/>
            <a:chOff x="378200" y="1346975"/>
            <a:chExt cx="905360" cy="871301"/>
          </a:xfrm>
        </p:grpSpPr>
        <p:grpSp>
          <p:nvGrpSpPr>
            <p:cNvPr id="632" name="Google Shape;632;p31"/>
            <p:cNvGrpSpPr/>
            <p:nvPr/>
          </p:nvGrpSpPr>
          <p:grpSpPr>
            <a:xfrm>
              <a:off x="378200" y="1346975"/>
              <a:ext cx="386400" cy="509638"/>
              <a:chOff x="6996750" y="683200"/>
              <a:chExt cx="386400" cy="509638"/>
            </a:xfrm>
          </p:grpSpPr>
          <p:sp>
            <p:nvSpPr>
              <p:cNvPr id="633" name="Google Shape;633;p31"/>
              <p:cNvSpPr/>
              <p:nvPr/>
            </p:nvSpPr>
            <p:spPr>
              <a:xfrm>
                <a:off x="7022500" y="704325"/>
                <a:ext cx="338925" cy="464550"/>
              </a:xfrm>
              <a:custGeom>
                <a:avLst/>
                <a:gdLst/>
                <a:ahLst/>
                <a:cxnLst/>
                <a:rect l="l" t="t" r="r" b="b"/>
                <a:pathLst>
                  <a:path w="13557" h="18582" extrusionOk="0">
                    <a:moveTo>
                      <a:pt x="0" y="7012"/>
                    </a:moveTo>
                    <a:lnTo>
                      <a:pt x="11103" y="0"/>
                    </a:lnTo>
                    <a:lnTo>
                      <a:pt x="13557" y="1858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O" noProof="0" dirty="0"/>
              </a:p>
            </p:txBody>
          </p:sp>
          <p:sp>
            <p:nvSpPr>
              <p:cNvPr id="634" name="Google Shape;634;p31"/>
              <p:cNvSpPr/>
              <p:nvPr/>
            </p:nvSpPr>
            <p:spPr>
              <a:xfrm>
                <a:off x="7271550" y="6832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5" name="Google Shape;635;p31"/>
              <p:cNvSpPr/>
              <p:nvPr/>
            </p:nvSpPr>
            <p:spPr>
              <a:xfrm>
                <a:off x="6996750" y="85318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6" name="Google Shape;636;p31"/>
              <p:cNvSpPr/>
              <p:nvPr/>
            </p:nvSpPr>
            <p:spPr>
              <a:xfrm>
                <a:off x="7327350" y="1137038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37" name="Google Shape;637;p31"/>
            <p:cNvGrpSpPr/>
            <p:nvPr/>
          </p:nvGrpSpPr>
          <p:grpSpPr>
            <a:xfrm rot="-441616">
              <a:off x="883761" y="1822868"/>
              <a:ext cx="377477" cy="372765"/>
              <a:chOff x="7734988" y="693913"/>
              <a:chExt cx="377500" cy="372788"/>
            </a:xfrm>
          </p:grpSpPr>
          <p:sp>
            <p:nvSpPr>
              <p:cNvPr id="638" name="Google Shape;638;p31"/>
              <p:cNvSpPr/>
              <p:nvPr/>
            </p:nvSpPr>
            <p:spPr>
              <a:xfrm>
                <a:off x="7758800" y="718925"/>
                <a:ext cx="333075" cy="324325"/>
              </a:xfrm>
              <a:custGeom>
                <a:avLst/>
                <a:gdLst/>
                <a:ahLst/>
                <a:cxnLst/>
                <a:rect l="l" t="t" r="r" b="b"/>
                <a:pathLst>
                  <a:path w="13323" h="12973" extrusionOk="0">
                    <a:moveTo>
                      <a:pt x="0" y="12622"/>
                    </a:moveTo>
                    <a:lnTo>
                      <a:pt x="6661" y="0"/>
                    </a:lnTo>
                    <a:lnTo>
                      <a:pt x="13323" y="129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O" noProof="0" dirty="0"/>
              </a:p>
            </p:txBody>
          </p:sp>
          <p:sp>
            <p:nvSpPr>
              <p:cNvPr id="639" name="Google Shape;639;p31"/>
              <p:cNvSpPr/>
              <p:nvPr/>
            </p:nvSpPr>
            <p:spPr>
              <a:xfrm>
                <a:off x="7897438" y="693913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0" name="Google Shape;640;p31"/>
              <p:cNvSpPr/>
              <p:nvPr/>
            </p:nvSpPr>
            <p:spPr>
              <a:xfrm>
                <a:off x="7734988" y="1003025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1" name="Google Shape;641;p31"/>
              <p:cNvSpPr/>
              <p:nvPr/>
            </p:nvSpPr>
            <p:spPr>
              <a:xfrm>
                <a:off x="8056688" y="1010900"/>
                <a:ext cx="55800" cy="5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F94BC1B-B72C-7684-77AC-965EDAEE4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362" y="78500"/>
            <a:ext cx="6519871" cy="4657051"/>
          </a:xfrm>
          <a:prstGeom prst="rect">
            <a:avLst/>
          </a:prstGeom>
        </p:spPr>
      </p:pic>
      <p:sp>
        <p:nvSpPr>
          <p:cNvPr id="7" name="Google Shape;695;p36">
            <a:extLst>
              <a:ext uri="{FF2B5EF4-FFF2-40B4-BE49-F238E27FC236}">
                <a16:creationId xmlns:a16="http://schemas.microsoft.com/office/drawing/2014/main" id="{6104C9B0-5056-5474-7A16-4E1150ACE051}"/>
              </a:ext>
            </a:extLst>
          </p:cNvPr>
          <p:cNvSpPr txBox="1">
            <a:spLocks/>
          </p:cNvSpPr>
          <p:nvPr/>
        </p:nvSpPr>
        <p:spPr>
          <a:xfrm>
            <a:off x="764600" y="4772650"/>
            <a:ext cx="7799537" cy="26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rtl="0">
              <a:buClrTx/>
              <a:buFontTx/>
            </a:pPr>
            <a:r>
              <a:rPr lang="es-CO" sz="1050" noProof="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Adaptado de “C</a:t>
            </a:r>
            <a:r>
              <a:rPr lang="es-CO" sz="105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ó</a:t>
            </a:r>
            <a:r>
              <a:rPr lang="es-CO" sz="1050" noProof="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mputo</a:t>
            </a:r>
            <a:r>
              <a:rPr lang="es-CO" sz="1050" noProof="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Evolutivo”</a:t>
            </a:r>
            <a:r>
              <a:rPr lang="es-CO" sz="105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por </a:t>
            </a:r>
            <a:r>
              <a:rPr lang="it-IT" sz="105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Dra. María Guadalupe Martínez (2019), p. 15.</a:t>
            </a:r>
            <a:endParaRPr lang="es-CO" sz="1050" noProof="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>
          <a:extLst>
            <a:ext uri="{FF2B5EF4-FFF2-40B4-BE49-F238E27FC236}">
              <a16:creationId xmlns:a16="http://schemas.microsoft.com/office/drawing/2014/main" id="{38ED1C04-E03C-3FB9-5663-D197F1E8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2;p36">
            <a:extLst>
              <a:ext uri="{FF2B5EF4-FFF2-40B4-BE49-F238E27FC236}">
                <a16:creationId xmlns:a16="http://schemas.microsoft.com/office/drawing/2014/main" id="{57058482-95F7-052B-FD84-41F40E31DB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Optimización</a:t>
            </a:r>
          </a:p>
        </p:txBody>
      </p:sp>
      <p:sp>
        <p:nvSpPr>
          <p:cNvPr id="3" name="Google Shape;693;p36">
            <a:extLst>
              <a:ext uri="{FF2B5EF4-FFF2-40B4-BE49-F238E27FC236}">
                <a16:creationId xmlns:a16="http://schemas.microsoft.com/office/drawing/2014/main" id="{29134336-8D76-5BBC-291B-F3D5C992FC92}"/>
              </a:ext>
            </a:extLst>
          </p:cNvPr>
          <p:cNvSpPr txBox="1">
            <a:spLocks/>
          </p:cNvSpPr>
          <p:nvPr/>
        </p:nvSpPr>
        <p:spPr>
          <a:xfrm>
            <a:off x="720000" y="1499138"/>
            <a:ext cx="2102100" cy="6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>
              <a:buFont typeface="Inter"/>
              <a:buNone/>
            </a:pPr>
            <a:r>
              <a:rPr lang="es-MX" dirty="0"/>
              <a:t>La selección mantiene las mejores soluciones.</a:t>
            </a:r>
            <a:endParaRPr lang="es-CO" dirty="0"/>
          </a:p>
        </p:txBody>
      </p:sp>
      <p:sp>
        <p:nvSpPr>
          <p:cNvPr id="4" name="Google Shape;694;p36">
            <a:extLst>
              <a:ext uri="{FF2B5EF4-FFF2-40B4-BE49-F238E27FC236}">
                <a16:creationId xmlns:a16="http://schemas.microsoft.com/office/drawing/2014/main" id="{97109E72-5E88-8CF4-39D3-77F2FFE84B90}"/>
              </a:ext>
            </a:extLst>
          </p:cNvPr>
          <p:cNvSpPr txBox="1">
            <a:spLocks/>
          </p:cNvSpPr>
          <p:nvPr/>
        </p:nvSpPr>
        <p:spPr>
          <a:xfrm>
            <a:off x="3522950" y="1499130"/>
            <a:ext cx="2103000" cy="10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Mutación explora nuevas regiones del espacio </a:t>
            </a:r>
            <a:r>
              <a:rPr lang="es-MX" sz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de</a:t>
            </a:r>
            <a:r>
              <a:rPr lang="es-MX" sz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búsqueda.</a:t>
            </a:r>
            <a:endParaRPr lang="es-CO" sz="12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" name="Google Shape;695;p36">
            <a:extLst>
              <a:ext uri="{FF2B5EF4-FFF2-40B4-BE49-F238E27FC236}">
                <a16:creationId xmlns:a16="http://schemas.microsoft.com/office/drawing/2014/main" id="{F597BFE1-6DC9-19DA-23F4-5241A6E6E681}"/>
              </a:ext>
            </a:extLst>
          </p:cNvPr>
          <p:cNvSpPr txBox="1">
            <a:spLocks/>
          </p:cNvSpPr>
          <p:nvPr/>
        </p:nvSpPr>
        <p:spPr>
          <a:xfrm>
            <a:off x="720000" y="3422139"/>
            <a:ext cx="2103000" cy="10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CR decide qué tan diferente será la nueva solución.</a:t>
            </a:r>
            <a:endParaRPr lang="es-CO" sz="12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6" name="Google Shape;697;p36">
            <a:extLst>
              <a:ext uri="{FF2B5EF4-FFF2-40B4-BE49-F238E27FC236}">
                <a16:creationId xmlns:a16="http://schemas.microsoft.com/office/drawing/2014/main" id="{BDD42CEB-146A-1E58-EF71-B40507531241}"/>
              </a:ext>
            </a:extLst>
          </p:cNvPr>
          <p:cNvSpPr txBox="1">
            <a:spLocks/>
          </p:cNvSpPr>
          <p:nvPr/>
        </p:nvSpPr>
        <p:spPr>
          <a:xfrm>
            <a:off x="720000" y="1216697"/>
            <a:ext cx="21030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2400"/>
              <a:buFont typeface="Ubuntu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 marL="9144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2pPr>
            <a:lvl3pPr marL="13716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3pPr>
            <a:lvl4pPr marL="18288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4pPr>
            <a:lvl5pPr marL="22860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5pPr>
            <a:lvl6pPr marL="27432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6pPr>
            <a:lvl7pPr marL="32004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7pPr>
            <a:lvl8pPr marL="36576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8pPr>
            <a:lvl9pPr marL="41148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9pPr>
          </a:lstStyle>
          <a:p>
            <a:r>
              <a:rPr lang="es-CO" dirty="0"/>
              <a:t>Intensificación</a:t>
            </a:r>
          </a:p>
        </p:txBody>
      </p:sp>
      <p:sp>
        <p:nvSpPr>
          <p:cNvPr id="7" name="Google Shape;698;p36">
            <a:extLst>
              <a:ext uri="{FF2B5EF4-FFF2-40B4-BE49-F238E27FC236}">
                <a16:creationId xmlns:a16="http://schemas.microsoft.com/office/drawing/2014/main" id="{94635A81-6380-71BA-2073-AC5B187ECE29}"/>
              </a:ext>
            </a:extLst>
          </p:cNvPr>
          <p:cNvSpPr txBox="1">
            <a:spLocks/>
          </p:cNvSpPr>
          <p:nvPr/>
        </p:nvSpPr>
        <p:spPr>
          <a:xfrm>
            <a:off x="3522950" y="1216697"/>
            <a:ext cx="2103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sz="1800" b="1" dirty="0">
                <a:solidFill>
                  <a:schemeClr val="dk1"/>
                </a:solidFill>
                <a:latin typeface="Inter"/>
                <a:ea typeface="Inter"/>
              </a:rPr>
              <a:t>Diversificación</a:t>
            </a:r>
          </a:p>
        </p:txBody>
      </p:sp>
      <p:sp>
        <p:nvSpPr>
          <p:cNvPr id="8" name="Google Shape;699;p36">
            <a:extLst>
              <a:ext uri="{FF2B5EF4-FFF2-40B4-BE49-F238E27FC236}">
                <a16:creationId xmlns:a16="http://schemas.microsoft.com/office/drawing/2014/main" id="{9BDA1DDE-2DA2-E678-5D5B-BC933A2879FA}"/>
              </a:ext>
            </a:extLst>
          </p:cNvPr>
          <p:cNvSpPr txBox="1">
            <a:spLocks/>
          </p:cNvSpPr>
          <p:nvPr/>
        </p:nvSpPr>
        <p:spPr>
          <a:xfrm>
            <a:off x="3520500" y="3143515"/>
            <a:ext cx="2103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sz="1800" b="1" dirty="0">
                <a:solidFill>
                  <a:schemeClr val="dk1"/>
                </a:solidFill>
                <a:latin typeface="Inter"/>
                <a:ea typeface="Inter"/>
              </a:rPr>
              <a:t>Aleatorización</a:t>
            </a:r>
          </a:p>
        </p:txBody>
      </p:sp>
      <p:sp>
        <p:nvSpPr>
          <p:cNvPr id="9" name="Google Shape;700;p36">
            <a:extLst>
              <a:ext uri="{FF2B5EF4-FFF2-40B4-BE49-F238E27FC236}">
                <a16:creationId xmlns:a16="http://schemas.microsoft.com/office/drawing/2014/main" id="{7B6F6013-8922-8F69-73D3-444E5B1ADAEB}"/>
              </a:ext>
            </a:extLst>
          </p:cNvPr>
          <p:cNvSpPr txBox="1">
            <a:spLocks/>
          </p:cNvSpPr>
          <p:nvPr/>
        </p:nvSpPr>
        <p:spPr>
          <a:xfrm>
            <a:off x="3520501" y="3418914"/>
            <a:ext cx="2103000" cy="7943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Selección aleatoria de individuos para evitar sesgo.</a:t>
            </a:r>
            <a:endParaRPr lang="es-CO" sz="12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" name="Google Shape;702;p36">
            <a:extLst>
              <a:ext uri="{FF2B5EF4-FFF2-40B4-BE49-F238E27FC236}">
                <a16:creationId xmlns:a16="http://schemas.microsoft.com/office/drawing/2014/main" id="{C39D590C-381E-F7B8-6C9B-0731B93388AB}"/>
              </a:ext>
            </a:extLst>
          </p:cNvPr>
          <p:cNvSpPr txBox="1">
            <a:spLocks/>
          </p:cNvSpPr>
          <p:nvPr/>
        </p:nvSpPr>
        <p:spPr>
          <a:xfrm>
            <a:off x="720000" y="3143515"/>
            <a:ext cx="2103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sz="1800" b="1" dirty="0">
                <a:solidFill>
                  <a:schemeClr val="dk1"/>
                </a:solidFill>
                <a:latin typeface="Inter"/>
                <a:ea typeface="Inter"/>
              </a:rPr>
              <a:t>Probabilidad</a:t>
            </a:r>
          </a:p>
        </p:txBody>
      </p:sp>
      <p:sp>
        <p:nvSpPr>
          <p:cNvPr id="15" name="Google Shape;694;p36">
            <a:extLst>
              <a:ext uri="{FF2B5EF4-FFF2-40B4-BE49-F238E27FC236}">
                <a16:creationId xmlns:a16="http://schemas.microsoft.com/office/drawing/2014/main" id="{3C583297-D26B-C7BD-6C82-38741E2454B1}"/>
              </a:ext>
            </a:extLst>
          </p:cNvPr>
          <p:cNvSpPr txBox="1">
            <a:spLocks/>
          </p:cNvSpPr>
          <p:nvPr/>
        </p:nvSpPr>
        <p:spPr>
          <a:xfrm>
            <a:off x="6321000" y="1499130"/>
            <a:ext cx="2103000" cy="6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es-MX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Minimiza tiempo de asentamiento y </a:t>
            </a:r>
            <a:r>
              <a:rPr lang="es-MX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sobreimpulso</a:t>
            </a:r>
            <a:r>
              <a:rPr lang="es-MX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en PID.</a:t>
            </a:r>
            <a:endParaRPr lang="es-CO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" name="Google Shape;698;p36">
            <a:extLst>
              <a:ext uri="{FF2B5EF4-FFF2-40B4-BE49-F238E27FC236}">
                <a16:creationId xmlns:a16="http://schemas.microsoft.com/office/drawing/2014/main" id="{5A72BD02-8FAA-FA20-1F16-2E1CB3F92D9F}"/>
              </a:ext>
            </a:extLst>
          </p:cNvPr>
          <p:cNvSpPr txBox="1">
            <a:spLocks/>
          </p:cNvSpPr>
          <p:nvPr/>
        </p:nvSpPr>
        <p:spPr>
          <a:xfrm>
            <a:off x="6321000" y="1216697"/>
            <a:ext cx="21030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2400"/>
              <a:buFont typeface="Ubuntu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</a:defRPr>
            </a:lvl1pPr>
            <a:lvl2pPr marL="9144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2pPr>
            <a:lvl3pPr marL="13716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3pPr>
            <a:lvl4pPr marL="18288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4pPr>
            <a:lvl5pPr marL="22860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5pPr>
            <a:lvl6pPr marL="27432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6pPr>
            <a:lvl7pPr marL="32004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7pPr>
            <a:lvl8pPr marL="36576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8pPr>
            <a:lvl9pPr marL="4114800" indent="-304800" algn="ctr">
              <a:buClr>
                <a:schemeClr val="dk1"/>
              </a:buClr>
              <a:buSzPts val="2400"/>
              <a:buFont typeface="Ubuntu"/>
              <a:buNone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</a:defRPr>
            </a:lvl9pPr>
          </a:lstStyle>
          <a:p>
            <a:r>
              <a:rPr lang="es-CO" dirty="0"/>
              <a:t>Función objetivo</a:t>
            </a:r>
          </a:p>
        </p:txBody>
      </p:sp>
      <p:sp>
        <p:nvSpPr>
          <p:cNvPr id="17" name="Google Shape;699;p36">
            <a:extLst>
              <a:ext uri="{FF2B5EF4-FFF2-40B4-BE49-F238E27FC236}">
                <a16:creationId xmlns:a16="http://schemas.microsoft.com/office/drawing/2014/main" id="{62A35400-3A05-EC05-C7D9-EC368B749BE0}"/>
              </a:ext>
            </a:extLst>
          </p:cNvPr>
          <p:cNvSpPr txBox="1">
            <a:spLocks/>
          </p:cNvSpPr>
          <p:nvPr/>
        </p:nvSpPr>
        <p:spPr>
          <a:xfrm>
            <a:off x="6318550" y="3417838"/>
            <a:ext cx="21030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18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None/>
              <a:defRPr sz="2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Escapar de mínimos locales</a:t>
            </a:r>
          </a:p>
        </p:txBody>
      </p:sp>
      <p:sp>
        <p:nvSpPr>
          <p:cNvPr id="18" name="Google Shape;700;p36">
            <a:extLst>
              <a:ext uri="{FF2B5EF4-FFF2-40B4-BE49-F238E27FC236}">
                <a16:creationId xmlns:a16="http://schemas.microsoft.com/office/drawing/2014/main" id="{1EF5ED83-8E10-724D-07AD-3EAFB710FD8C}"/>
              </a:ext>
            </a:extLst>
          </p:cNvPr>
          <p:cNvSpPr txBox="1">
            <a:spLocks/>
          </p:cNvSpPr>
          <p:nvPr/>
        </p:nvSpPr>
        <p:spPr>
          <a:xfrm>
            <a:off x="6318551" y="3693237"/>
            <a:ext cx="2103000" cy="71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es-MX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F dinámico permite explorar en caso de estancamiento.</a:t>
            </a:r>
            <a:endParaRPr lang="es-CO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29D2056-BBF5-B75A-4916-C954F9728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22" y="2184404"/>
            <a:ext cx="1921656" cy="5378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11C7CC3-769D-77AB-642A-09D02D2FA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793" y="2285135"/>
            <a:ext cx="2016413" cy="43712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ADBB479-DB6F-BE42-E412-9743FB67C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362" y="4132992"/>
            <a:ext cx="1729275" cy="88070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C623D5-C978-9F82-6D40-5A7D828F7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163" y="4132992"/>
            <a:ext cx="1729275" cy="87598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FE59A6A-2747-EE1C-BC02-45355A2232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1010" y="2213216"/>
            <a:ext cx="2324011" cy="50583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30775BC-313D-4F3C-534F-007C757A88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8421" y="4494801"/>
            <a:ext cx="3109187" cy="23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38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" name="Google Shape;719;p3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27477" b="27477"/>
          <a:stretch/>
        </p:blipFill>
        <p:spPr>
          <a:xfrm>
            <a:off x="-1" y="0"/>
            <a:ext cx="9144003" cy="2942400"/>
          </a:xfrm>
          <a:prstGeom prst="rect">
            <a:avLst/>
          </a:prstGeom>
        </p:spPr>
      </p:pic>
      <p:pic>
        <p:nvPicPr>
          <p:cNvPr id="720" name="Google Shape;72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3121951" y="-3079652"/>
            <a:ext cx="2900101" cy="91440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38"/>
          <p:cNvSpPr txBox="1">
            <a:spLocks noGrp="1"/>
          </p:cNvSpPr>
          <p:nvPr>
            <p:ph type="title"/>
          </p:nvPr>
        </p:nvSpPr>
        <p:spPr>
          <a:xfrm>
            <a:off x="1172421" y="3460655"/>
            <a:ext cx="6838869" cy="8220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500" noProof="0" dirty="0">
                <a:solidFill>
                  <a:schemeClr val="tx1"/>
                </a:solidFill>
              </a:rPr>
              <a:t>GRACIAS POR SU ATENCIÓN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Referencias</a:t>
            </a:r>
          </a:p>
        </p:txBody>
      </p:sp>
      <p:sp>
        <p:nvSpPr>
          <p:cNvPr id="621" name="Google Shape;621;p30"/>
          <p:cNvSpPr txBox="1">
            <a:spLocks noGrp="1"/>
          </p:cNvSpPr>
          <p:nvPr>
            <p:ph type="subTitle" idx="14"/>
          </p:nvPr>
        </p:nvSpPr>
        <p:spPr>
          <a:xfrm>
            <a:off x="843088" y="1300736"/>
            <a:ext cx="7457824" cy="25420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s-MX" sz="1300" b="0" noProof="0" dirty="0" err="1"/>
              <a:t>Dik</a:t>
            </a:r>
            <a:r>
              <a:rPr lang="es-MX" sz="1300" b="0" noProof="0" dirty="0"/>
              <a:t>, A. (2024, Abril 17). </a:t>
            </a:r>
            <a:r>
              <a:rPr lang="es-MX" sz="1300" b="0" i="1" noProof="0" dirty="0"/>
              <a:t>Algoritmos de optimización de la población: Evolución diferencial (</a:t>
            </a:r>
            <a:r>
              <a:rPr lang="es-MX" sz="1300" b="0" i="1" noProof="0" dirty="0" err="1"/>
              <a:t>Differential</a:t>
            </a:r>
            <a:r>
              <a:rPr lang="es-MX" sz="1300" b="0" i="1" noProof="0" dirty="0"/>
              <a:t> </a:t>
            </a:r>
            <a:r>
              <a:rPr lang="es-MX" sz="1300" b="0" i="1" noProof="0" dirty="0" err="1"/>
              <a:t>Evolution</a:t>
            </a:r>
            <a:r>
              <a:rPr lang="es-MX" sz="1300" b="0" i="1" noProof="0" dirty="0"/>
              <a:t>, DE).</a:t>
            </a:r>
            <a:r>
              <a:rPr lang="es-MX" sz="1300" b="0" noProof="0" dirty="0"/>
              <a:t> MQL5 </a:t>
            </a:r>
            <a:r>
              <a:rPr lang="es-MX" sz="1300" b="0" noProof="0" dirty="0" err="1"/>
              <a:t>Community</a:t>
            </a:r>
            <a:r>
              <a:rPr lang="es-MX" sz="1300" b="0" noProof="0" dirty="0"/>
              <a:t>. </a:t>
            </a:r>
            <a:r>
              <a:rPr lang="es-MX" sz="1300" b="0" noProof="0" dirty="0">
                <a:hlinkClick r:id="rId3"/>
              </a:rPr>
              <a:t>https://www.mql5.com/es/articles/13781</a:t>
            </a:r>
            <a:endParaRPr lang="es-MX" sz="1300" b="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s-MX" sz="13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s-MX" sz="1300" b="0" noProof="0" dirty="0"/>
              <a:t>Novoa-Hernández, P., Corona, C. C., &amp; Pelta, D. A. (2014). </a:t>
            </a:r>
            <a:r>
              <a:rPr lang="es-MX" sz="1300" b="0" i="1" noProof="0" dirty="0"/>
              <a:t>Un estudio comparativo sobre evolución diferencial </a:t>
            </a:r>
            <a:r>
              <a:rPr lang="es-MX" sz="1300" b="0" i="1" noProof="0" dirty="0" err="1"/>
              <a:t>auto-adaptativa</a:t>
            </a:r>
            <a:r>
              <a:rPr lang="es-MX" sz="1300" b="0" i="1" noProof="0" dirty="0"/>
              <a:t> en ambientes dinámicos</a:t>
            </a:r>
            <a:r>
              <a:rPr lang="es-MX" sz="1300" b="0" noProof="0" dirty="0"/>
              <a:t>. Universidad de las Ciencias Informáticas.  https://www.redalyc.org/journal/3783/378368201005/html/#:~:text=La%20Evoluci%C3%B3n%20Diferencial%20(DE)%20es,en%20la%20poblaci%C3%B3n%20de%20soluciones.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s-MX" sz="13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s-MX" sz="1300" b="0" noProof="0" dirty="0"/>
              <a:t>Martínez, M.G. (2019, Febrero 20). </a:t>
            </a:r>
            <a:r>
              <a:rPr lang="es-MX" sz="1300" b="0" i="1" noProof="0" dirty="0"/>
              <a:t>Cómputo Evolutivo</a:t>
            </a:r>
            <a:r>
              <a:rPr lang="es-MX" sz="1300" b="0" noProof="0" dirty="0"/>
              <a:t>. Instituto Nacional De Astrofísica, Óptica Y Electrónica, 1–19. </a:t>
            </a:r>
            <a:r>
              <a:rPr lang="es-MX" sz="1300" b="0" noProof="0" dirty="0">
                <a:hlinkClick r:id="rId4"/>
              </a:rPr>
              <a:t>https://ccc.inaoep.mx/~a.morales/EC/pdf/ClaseED.pdf</a:t>
            </a:r>
            <a:r>
              <a:rPr lang="es-MX" sz="1300" b="0" noProof="0" dirty="0"/>
              <a:t> </a:t>
            </a:r>
            <a:endParaRPr lang="es-CO" sz="1300" b="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tic Diseases by Slidesgo">
  <a:themeElements>
    <a:clrScheme name="Simple Light">
      <a:dk1>
        <a:srgbClr val="FFFFFF"/>
      </a:dk1>
      <a:lt1>
        <a:srgbClr val="00045A"/>
      </a:lt1>
      <a:dk2>
        <a:srgbClr val="00FFFF"/>
      </a:dk2>
      <a:lt2>
        <a:srgbClr val="1A81B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596</Words>
  <Application>Microsoft Office PowerPoint</Application>
  <PresentationFormat>On-screen Show (16:9)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</vt:lpstr>
      <vt:lpstr>Arial</vt:lpstr>
      <vt:lpstr>Ubuntu</vt:lpstr>
      <vt:lpstr>Courier New</vt:lpstr>
      <vt:lpstr>Raleway</vt:lpstr>
      <vt:lpstr>Genetic Diseases by Slidesgo</vt:lpstr>
      <vt:lpstr>Evolución Diferencial</vt:lpstr>
      <vt:lpstr>Selección del algoritmo</vt:lpstr>
      <vt:lpstr>Inicialización</vt:lpstr>
      <vt:lpstr>Proceso Iterativo</vt:lpstr>
      <vt:lpstr>Resultados</vt:lpstr>
      <vt:lpstr>Curva de minimización</vt:lpstr>
      <vt:lpstr>PowerPoint Presentation</vt:lpstr>
      <vt:lpstr>Optimización</vt:lpstr>
      <vt:lpstr>GRACIAS POR SU ATENCIÓN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Sophia Upegui Robledo</dc:creator>
  <cp:lastModifiedBy>Sophia Upegui Robledo</cp:lastModifiedBy>
  <cp:revision>6</cp:revision>
  <dcterms:modified xsi:type="dcterms:W3CDTF">2025-03-26T15:17:15Z</dcterms:modified>
</cp:coreProperties>
</file>